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303" r:id="rId8"/>
    <p:sldId id="304" r:id="rId9"/>
    <p:sldId id="301" r:id="rId10"/>
    <p:sldId id="302" r:id="rId11"/>
    <p:sldId id="295" r:id="rId12"/>
    <p:sldId id="273" r:id="rId13"/>
    <p:sldId id="281" r:id="rId14"/>
    <p:sldId id="299" r:id="rId15"/>
    <p:sldId id="284" r:id="rId16"/>
    <p:sldId id="285" r:id="rId17"/>
    <p:sldId id="286" r:id="rId18"/>
    <p:sldId id="287" r:id="rId19"/>
    <p:sldId id="288" r:id="rId20"/>
    <p:sldId id="267" r:id="rId21"/>
    <p:sldId id="30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B%BE%E5%BD%A2%E7%94%A8%E6%88%B7%E7%95%8C%E9%9D%A2/3352324?fromModule=lemma_inlink" TargetMode="External"/><Relationship Id="rId7" Type="http://schemas.openxmlformats.org/officeDocument/2006/relationships/hyperlink" Target="https://baike.baidu.com/item/%E8%B7%A8%E5%B9%B3%E5%8F%B0/0?fromModule=lemma_inlink" TargetMode="External"/><Relationship Id="rId2" Type="http://schemas.openxmlformats.org/officeDocument/2006/relationships/hyperlink" Target="https://baike.baidu.com/item/%E8%B7%A8%E5%B9%B3%E5%8F%B0/8558902?fromModule=lemma_in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4%BB%A3%E7%A0%81/86048?fromModule=lemma_inlink" TargetMode="External"/><Relationship Id="rId5" Type="http://schemas.openxmlformats.org/officeDocument/2006/relationships/hyperlink" Target="https://baike.baidu.com/item/GUI/479966?fromModule=lemma_inlink" TargetMode="External"/><Relationship Id="rId4" Type="http://schemas.openxmlformats.org/officeDocument/2006/relationships/hyperlink" Target="https://baike.baidu.com/item/%E5%BA%94%E7%94%A8%E7%A8%8B%E5%BA%8F/5985445?fromModule=lemma_inlink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，显示一个包含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”Hello World”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的窗口。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程序开发工具使用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Qt5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程序结构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的编程方法与调试技巧。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显示一个包含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”Hello world”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内容的窗口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简介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是一个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跨平台</a:t>
            </a:r>
            <a:r>
              <a:rPr lang="en-US" altLang="zh-CN" sz="2400" kern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C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++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图形用户界面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应用程序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开发框架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。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它既可以开发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GUI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程序，也可用于开发非</a:t>
            </a:r>
            <a:r>
              <a:rPr lang="zh-CN" altLang="en-US" sz="2400" kern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图形界面应用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程序。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是面向对象的框架，使用特殊的</a:t>
            </a:r>
            <a:r>
              <a:rPr lang="en-US" altLang="zh-CN" sz="2600" u="sng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代码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生成扩展（称为元对象编译器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(Meta Object Compiler, </a:t>
            </a:r>
            <a:r>
              <a:rPr lang="en-US" altLang="zh-CN" sz="2400" kern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moc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)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）以及一些宏，</a:t>
            </a:r>
            <a:r>
              <a:rPr lang="en-US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Qt</a:t>
            </a:r>
            <a:r>
              <a:rPr lang="zh-CN" altLang="en-US" sz="2400" kern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是基于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组件编程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，因此</a:t>
            </a:r>
            <a:r>
              <a:rPr lang="zh-CN" altLang="zh-CN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很容易扩展</a:t>
            </a:r>
            <a:r>
              <a:rPr lang="zh-CN" altLang="en-US" sz="24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可以运行在许多操作系统上，典型的操作系统包括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windows8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Fedora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  Embedded 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包括的主要工具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Qt Creator: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是一个用于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</a:rPr>
              <a:t>Qt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开发的轻量级</a:t>
            </a:r>
            <a:r>
              <a:rPr lang="en-US" altLang="zh-CN" sz="1800" strike="noStrike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跨平台集成开发环境</a:t>
            </a:r>
            <a:r>
              <a:rPr lang="zh-CN" altLang="en-US" sz="1800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sz="1800" strike="noStrike" dirty="0"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Qt  Designer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 Designer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是一种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工具，用于使用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小部件设计和构建图形用户界面（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GUI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Qtchooser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：配置使用多个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包含商业版本和开源版本。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2.QApplication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类管理图形界面应用程序的控制和主要配置，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包括主事件循环，即处理和调度来自窗口和其他资源的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；也处理应用程序初始化和结束；也处理大多数系统范围和应用程序范围的设置。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argc,char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**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初始化窗口系统，并利用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构造应用程序对象。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QApplication.exec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开启主事件循环。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03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3.QPushButton: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普通按钮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*parent=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空对象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text,Qwidget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*parent=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)  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对象指定显示文字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QIcon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icon,const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text,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*parent=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)  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对象指定背景图片以及文字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pressed():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按下按钮，发出此信号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released()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：释放按钮，发出此信号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checked(bool checked=false)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：点击按钮发出此信号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toggle(bool checked)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：按钮状态被切换发出此信号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连接按钮信号与槽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b=new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(“button1”));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connect(b,&amp;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::pressed(),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this,bfunc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());  //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bfunc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自定义槽函数 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按钮对象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36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*.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*.h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函数的源程序文件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程序框架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程序入口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初始化应用对象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hello(“ Hello world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”);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按钮对象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hello.resize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(300 , 300 );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配置按钮窗口大小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显示按钮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启动主事件循环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处理来自窗口的事件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43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4.Qt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工具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使用文本编辑器，例如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Gedit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等工具编写源程序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使用工程文件管理程序文件、库等。工程文件由当前目录名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+” .pro”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生成工程文件命令：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/opt/qt/bin/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注意：增加文件、删除文件后都要使用此命令重新生成工程文件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工程文件修改：工程文件要依据编写程序所使用的技术，增加对应的库信息，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例如本例应用小部件，则在工程文件中增加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Makefile:make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命令依据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规定的规则编译、链接程序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/opt/qt/bin/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注意：生成工程文件必须在生成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文件之前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编译链接命令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58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个小实验实验目录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68" y="2782006"/>
            <a:ext cx="70389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vim hello.cpp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hello.cpp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130" y="3784282"/>
            <a:ext cx="56292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exp301#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17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exp301.pro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hello.cpp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  </a:t>
            </a:r>
            <a:r>
              <a:rPr lang="en-US" altLang="zh-CN" sz="17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vim exp301.pro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/exp301#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022" y="1615821"/>
            <a:ext cx="63150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exp301.pro  hello.cpp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ls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exp301.pro  hello.cpp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/exp301# cd ..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exp301/  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sources/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embeddedexpriment#cd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/sources/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:/sources/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:/sources/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程序执行结果如图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cd 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exp303  exp402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exp401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cd exp301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exp301.pro  hello.cpp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exp301]#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./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exp301 -</a:t>
            </a:r>
            <a:r>
              <a:rPr lang="en-US" altLang="zh-CN" sz="2000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31.542000]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31.549000]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372" y="1569901"/>
            <a:ext cx="4571428" cy="2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1.exp301.cpp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应用对象定义、初始化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hello(“ Hello world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”);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定义按钮对象、初始化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hello.resize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(300 , 300 );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按钮窗口大小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hello.show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显示按钮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启动主事件循环，接收和处理窗口事件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2.exp301.pro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应用程序模板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exp301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包含路径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当前路径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QT+=widgets            //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小部件  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//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exp301.pro,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编辑此文件，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加入此行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代码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hello.cpp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1317</Words>
  <Application>Microsoft Office PowerPoint</Application>
  <PresentationFormat>宽屏</PresentationFormat>
  <Paragraphs>215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 Light</vt:lpstr>
      <vt:lpstr>楷体</vt:lpstr>
      <vt:lpstr>宋体</vt:lpstr>
      <vt:lpstr>Arial</vt:lpstr>
      <vt:lpstr>Helvetica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     四、实验完成指标</vt:lpstr>
      <vt:lpstr>Qt编程           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183</cp:revision>
  <dcterms:created xsi:type="dcterms:W3CDTF">2023-12-05T00:02:22Z</dcterms:created>
  <dcterms:modified xsi:type="dcterms:W3CDTF">2023-12-17T05:34:01Z</dcterms:modified>
</cp:coreProperties>
</file>