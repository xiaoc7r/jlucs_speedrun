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03" r:id="rId8"/>
    <p:sldId id="304" r:id="rId9"/>
    <p:sldId id="305" r:id="rId10"/>
    <p:sldId id="308" r:id="rId11"/>
    <p:sldId id="262" r:id="rId12"/>
    <p:sldId id="309" r:id="rId13"/>
    <p:sldId id="295" r:id="rId14"/>
    <p:sldId id="273" r:id="rId15"/>
    <p:sldId id="310" r:id="rId16"/>
    <p:sldId id="281" r:id="rId17"/>
    <p:sldId id="299" r:id="rId18"/>
    <p:sldId id="284" r:id="rId19"/>
    <p:sldId id="285" r:id="rId20"/>
    <p:sldId id="286" r:id="rId21"/>
    <p:sldId id="287" r:id="rId22"/>
    <p:sldId id="288" r:id="rId23"/>
    <p:sldId id="267" r:id="rId24"/>
    <p:sldId id="300" r:id="rId25"/>
    <p:sldId id="311" r:id="rId26"/>
    <p:sldId id="313" r:id="rId27"/>
    <p:sldId id="314" r:id="rId28"/>
    <p:sldId id="315" r:id="rId29"/>
    <p:sldId id="31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，实现带有表针的电子表功能。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学习掌握绘画的编程方法和调试技巧。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个窗口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内容为带表针的电子表。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并且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隔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一分钟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，表针前进一步。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zh-CN" sz="1600" dirty="0" err="1" smtClean="0"/>
              <a:t>QTimer</a:t>
            </a:r>
            <a:r>
              <a:rPr lang="zh-CN" altLang="en-US" sz="1600" dirty="0" smtClean="0"/>
              <a:t>：定时器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interval,QObject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*parent=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启动定时器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start(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msec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=0);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停止定时器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stop();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设定计时间隔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setInterval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interval);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设定计时方式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setSingleShot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(bool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=true ;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定时到时停止。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=false;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定时到时，启动下一次定时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02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返回定时器标识符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unsigned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timerId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(7)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返回计时器状态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Bool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isActive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示例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*timer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(this);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connect(timer, SIGNAL(timeout()), this, SLOT(update())); 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定时到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timeout(),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执行槽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timer-&gt;start(1000);  //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启动定时器，间隔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3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en-US" altLang="zh-CN" sz="1600" dirty="0"/>
              <a:t> </a:t>
            </a:r>
            <a:r>
              <a:rPr lang="en-US" altLang="zh-CN" sz="1600" dirty="0" err="1"/>
              <a:t>paintEvent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QPaintEvent</a:t>
            </a:r>
            <a:r>
              <a:rPr lang="en-US" altLang="zh-CN" sz="1600" dirty="0"/>
              <a:t>  </a:t>
            </a:r>
            <a:r>
              <a:rPr lang="en-US" altLang="zh-CN" sz="1600" dirty="0" smtClean="0"/>
              <a:t>*)</a:t>
            </a:r>
          </a:p>
          <a:p>
            <a:pPr marL="0" indent="0">
              <a:buNone/>
            </a:pPr>
            <a:r>
              <a:rPr lang="en-US" altLang="zh-CN" sz="1600" dirty="0"/>
              <a:t>(1)</a:t>
            </a:r>
            <a:r>
              <a:rPr lang="zh-CN" altLang="zh-CN" sz="1600" dirty="0"/>
              <a:t>为</a:t>
            </a:r>
            <a:r>
              <a:rPr lang="en-US" altLang="zh-CN" sz="1600" dirty="0" err="1"/>
              <a:t>QWidget</a:t>
            </a:r>
            <a:r>
              <a:rPr lang="zh-CN" altLang="zh-CN" sz="1600" dirty="0"/>
              <a:t>的虚函数，用于绘制</a:t>
            </a:r>
            <a:r>
              <a:rPr lang="en-US" altLang="zh-CN" sz="1600" dirty="0"/>
              <a:t>UI</a:t>
            </a:r>
            <a:r>
              <a:rPr lang="zh-CN" altLang="zh-CN" sz="1600" dirty="0"/>
              <a:t>界面</a:t>
            </a:r>
            <a:r>
              <a:rPr lang="en-US" altLang="zh-CN" sz="1600" dirty="0"/>
              <a:t>.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sz="1600" dirty="0"/>
              <a:t>(2)</a:t>
            </a:r>
            <a:r>
              <a:rPr lang="zh-CN" altLang="zh-CN" sz="1600" dirty="0"/>
              <a:t>运行时机：</a:t>
            </a:r>
          </a:p>
          <a:p>
            <a:pPr marL="0" indent="0">
              <a:buNone/>
            </a:pPr>
            <a:r>
              <a:rPr lang="zh-CN" altLang="zh-CN" sz="1600" dirty="0"/>
              <a:t>窗口</a:t>
            </a:r>
            <a:r>
              <a:rPr lang="zh-CN" altLang="zh-CN" sz="1600" dirty="0" smtClean="0"/>
              <a:t>变更</a:t>
            </a:r>
            <a:r>
              <a:rPr lang="zh-CN" altLang="en-US" sz="1600" dirty="0" smtClean="0"/>
              <a:t>时，执行此函数</a:t>
            </a:r>
            <a:r>
              <a:rPr lang="en-US" altLang="zh-CN" sz="1600" dirty="0" smtClean="0"/>
              <a:t>;</a:t>
            </a:r>
            <a:endParaRPr lang="zh-CN" altLang="zh-CN" sz="1600" dirty="0"/>
          </a:p>
          <a:p>
            <a:pPr marL="0" indent="0">
              <a:buNone/>
            </a:pPr>
            <a:r>
              <a:rPr lang="zh-CN" altLang="zh-CN" sz="1600" dirty="0"/>
              <a:t>执行</a:t>
            </a:r>
            <a:r>
              <a:rPr lang="en-US" altLang="zh-CN" sz="1600" dirty="0"/>
              <a:t>repaint()</a:t>
            </a:r>
            <a:r>
              <a:rPr lang="zh-CN" altLang="zh-CN" sz="1600" dirty="0"/>
              <a:t>或</a:t>
            </a:r>
            <a:r>
              <a:rPr lang="en-US" altLang="zh-CN" sz="1600" dirty="0"/>
              <a:t>update()</a:t>
            </a:r>
            <a:r>
              <a:rPr lang="zh-CN" altLang="zh-CN" sz="1600" dirty="0" smtClean="0"/>
              <a:t>函数</a:t>
            </a:r>
            <a:r>
              <a:rPr lang="zh-CN" altLang="en-US" sz="1600" dirty="0" smtClean="0"/>
              <a:t>时，执行此函数</a:t>
            </a:r>
            <a:r>
              <a:rPr lang="en-US" altLang="zh-CN" sz="1600" dirty="0" smtClean="0"/>
              <a:t>.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3.QWidget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小部件函数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(“Analog Clock”));  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Title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Resize(200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200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设置窗口大小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代表一个点坐标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 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QPont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x,int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y);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配置点的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x);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void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setY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y);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806440" y="4069080"/>
            <a:ext cx="22653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(3)</a:t>
            </a:r>
            <a:r>
              <a:rPr lang="zh-CN" altLang="en-US" dirty="0" smtClean="0"/>
              <a:t>获取点的坐标</a:t>
            </a:r>
            <a:r>
              <a:rPr lang="en-US" altLang="zh-CN" dirty="0" smtClean="0"/>
              <a:t>x</a:t>
            </a:r>
            <a:r>
              <a:rPr lang="zh-CN" altLang="en-US" dirty="0" smtClean="0"/>
              <a:t>或</a:t>
            </a:r>
            <a:r>
              <a:rPr lang="en-US" altLang="zh-CN" dirty="0" smtClean="0"/>
              <a:t>y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x()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;</a:t>
            </a:r>
          </a:p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y()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43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描述颜色的属性类，提供更多的颜色选择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::red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::yellow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::blue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&amp;color);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是用于执行绘图操作的类。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表示可以使用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在其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上绘图。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QPaintEngine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提供了一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个接口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绘图引擎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QPaintEngine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在不同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类型的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设备上绘图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*device)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构造函数自动调用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begin()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，析构函数自动调用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end()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painter;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.begin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(this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.drawLine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(...);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.end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等同于以下代码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p(this);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p.drawLine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(...);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4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setPen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 设置画笔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(9)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setBrush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：设置画刷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(10)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save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将绘图状态（坐标转换参数、画笔、画刷参数）保存到堆栈中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restore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函数恢复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drawConvexPolygon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/>
              <a:t>根据给定的</a:t>
            </a:r>
            <a:r>
              <a:rPr lang="zh-CN" altLang="en-US" sz="1600" dirty="0" smtClean="0"/>
              <a:t>点画凸</a:t>
            </a:r>
            <a:r>
              <a:rPr lang="zh-CN" altLang="en-US" sz="1600" dirty="0"/>
              <a:t>多边行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(12) restore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恢复绘画状态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(13)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drawLine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：画线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(14)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drawRect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绘制矩形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(15)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drawRoundedRect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绘制圆角矩形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47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时针、分针的绘制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时针、分针的绘图基础数据结构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-40)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{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-70)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时针、分针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的绘制原理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设置定时器，间隔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定时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到，执行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执行后，会调用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*)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用于绘制窗口，在此函数内，执行以下功能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获取当前系统时间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根据当前系统时间计算基础时针、分针平移、旋转角度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根据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时针、分针平移、旋转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角度，调用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相应函数绘制时针、分针。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6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“终端”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如果已经进入，略过此步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切换到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如果已经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略过此步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Enter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Retype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password updated successfully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72" y="3053334"/>
            <a:ext cx="6721412" cy="30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46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个小实验实验目录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analogclock.cpp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40" y="3578240"/>
            <a:ext cx="57435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/opt/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main.cpp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vim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exp401.pro 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67" y="3711130"/>
            <a:ext cx="61912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main.cpp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vim exp401.pro 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exp401.pro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moc_analogclock.cpp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moc_analogclock.o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6.exp401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拷贝到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/exp401# cd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/#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/exp401/  ./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  exp3021  exp401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exp303   exp402  expt101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exp401 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exp402   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exp401/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exp401               moc_analogclock.cpp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analogclock.cpp      exp401.pro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moc_analogclock.o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main.cpp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./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exp401 -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70.721000]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70.729000] &lt;&lt;-GTP-INFO-&gt;&gt; GTP wakeup sleep.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092" y="958294"/>
            <a:ext cx="4774603" cy="29587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840" y="3399169"/>
            <a:ext cx="32289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类变量以及实例化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clock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创建时钟对象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clock.show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显示时钟小部件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//app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执行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2.exp401.pro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 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模板为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exp401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目标程序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包含路径为当前路径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QT+=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widgets           #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小部件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头文件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analogclock.cpp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源程序文件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3.analogclock.cpp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QtGui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*timer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(this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定时器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connect(timer, SIGNAL(timeout()), this, SLOT(update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 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timeout()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信号与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建立关联，定时到时，生成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timeout()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timer-&gt;start(1000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启动定时器，间隔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(“Analog Clock”));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、、设置窗口标题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resize(200, 200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设置窗口大小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624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时针图形基础坐标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-40)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static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[3] =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{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分针图形基础坐标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(-7, 8),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-70)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(127, 0, 127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时针画图颜色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(0, 127, 127, 191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分针画图颜色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858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side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qMin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(width(), height());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time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currentTime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获取当前系统事件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painter(this);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painter.setRenderHint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::Antialiasing);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painter.translate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(width() / 2, height() / 2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平移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painter.scale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(side / 200.0, side / 200.0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缩放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NoPen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设置画笔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设置画刷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(30.0 * ((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time.hour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time.minute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/ 60.0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)));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旋转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painter.drawConvexPolygon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           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绘制凸多边形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painter.restore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&lt; 12; ++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(88, 0, 96, 0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(30.0);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98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NoPen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painter.save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(6.0 *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time.minute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time.second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/ 60.0));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painter.drawConvexPolygon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minuteHand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painter.restore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绘制刻度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minuteColor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j = 0; j &lt; 60; ++j)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((j % 5) != 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(92, 0, 96,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painter.rotate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(6.0);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219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4.analogclock.h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ANALOGCLOCK_H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ANALOGCLOCK_H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AnalogClock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protected: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*event);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2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1947</Words>
  <Application>Microsoft Office PowerPoint</Application>
  <PresentationFormat>宽屏</PresentationFormat>
  <Paragraphs>341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240</cp:revision>
  <dcterms:created xsi:type="dcterms:W3CDTF">2023-12-05T00:02:22Z</dcterms:created>
  <dcterms:modified xsi:type="dcterms:W3CDTF">2023-12-17T10:42:52Z</dcterms:modified>
</cp:coreProperties>
</file>