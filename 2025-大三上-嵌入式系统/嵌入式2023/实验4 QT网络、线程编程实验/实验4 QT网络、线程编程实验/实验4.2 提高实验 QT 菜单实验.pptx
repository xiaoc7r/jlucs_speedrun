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29" r:id="rId8"/>
    <p:sldId id="295" r:id="rId9"/>
    <p:sldId id="273" r:id="rId10"/>
    <p:sldId id="310" r:id="rId11"/>
    <p:sldId id="281" r:id="rId12"/>
    <p:sldId id="299" r:id="rId13"/>
    <p:sldId id="284" r:id="rId14"/>
    <p:sldId id="285" r:id="rId15"/>
    <p:sldId id="286" r:id="rId16"/>
    <p:sldId id="287" r:id="rId17"/>
    <p:sldId id="288" r:id="rId18"/>
    <p:sldId id="267" r:id="rId19"/>
    <p:sldId id="300" r:id="rId20"/>
    <p:sldId id="311" r:id="rId21"/>
    <p:sldId id="313" r:id="rId22"/>
    <p:sldId id="312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，实现一个包含菜单、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的窗口，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命令时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Qlable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上显示与菜单命令相关的提示文字。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34" y="1785556"/>
            <a:ext cx="4638675" cy="3305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99" y="1805312"/>
            <a:ext cx="4667250" cy="3324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99" y="1737196"/>
            <a:ext cx="46196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掌握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的菜单编程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和技巧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学习掌握信息框辅助调试的编程方法与技巧。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，显示带菜单和标签的窗口，反复执行菜单命令，标签显示与菜单命令有关的提示信息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934090"/>
            <a:ext cx="46291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1.QWidget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QLable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个控件在窗口内的摆放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创建一个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小部件对象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放置屏幕中心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*widget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setCentralWidget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(widget);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QLable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  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("&lt;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&gt;Choose a menu option, or right-click to "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"invoke a context menu&lt;/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&gt;"));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bottomFiller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创建一个垂直布局对象，并且以此加入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，将此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个组件垂直方向摆放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*layout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bottomFiller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4)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配置为垂直布局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widget-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2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创建菜单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为例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讲述菜单创建过程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类变量并实例化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(“&amp;About”),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this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创建对象，子菜单名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”About”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(“Show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the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application‘s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About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box”)); 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SLOT(about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triggered()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建立信号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triggered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about()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关联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这样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，会调用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about()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在菜单栏增加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”Help”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菜单以及“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”子菜单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helpMenu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(“&amp;Help”)); //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返回状态栏，在菜单栏增加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Help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helpMenu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    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向菜单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Help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Action,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即增加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about():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选中此菜单时，执行槽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about(),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显示一个带有信息的对话框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::about()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QMessageBox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::about(this,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(“About Menu”),              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信息提示对话框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("The &lt;b&gt;Menu&lt;/b&gt; example shows how to create "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"menu-bar menus and context menus."));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85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“终端”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如果已经进入，略过此步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切换到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略过此步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Enter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Retype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password updated successfully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72" y="3053334"/>
            <a:ext cx="6721412" cy="30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6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mainwindow.cpp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mainwindow.cpp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moc_mainwindow.cpp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exp402# ls</a:t>
            </a: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mainwindow.cpp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moc_mainwindow.cpp </a:t>
            </a:r>
            <a:r>
              <a:rPr lang="en-US" altLang="zh-CN" sz="17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mainwindow.cpp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exp402.pro </a:t>
            </a:r>
            <a:r>
              <a:rPr lang="en-US" altLang="zh-CN" sz="17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7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exp402.pro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exp402#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706" y="3567628"/>
            <a:ext cx="62103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mainwindow.cpp  exp402.pro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exp401.pro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main.cpp  mainwindow.cpp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moc_mainwindow.cpp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exp402.pro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moc_mainwindow.o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6.exp402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/#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/exp402/  ./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  exp3021  exp401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exp303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expt101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exp402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exp402]#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main.cpp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moc_mainwindow.o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exp402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exp402.pro          mainwindow.cpp      moc_mainwindow.cpp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./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  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70.721000]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70.729000] &lt;&lt;-GTP-INFO-&gt;&gt; GTP wakeup sleep.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669" y="1288501"/>
            <a:ext cx="4825397" cy="340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window;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window.show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2.exp402.pro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exp402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main.cpp mainwindow.cpp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MAINWINDOW_H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MAINWINDOW_H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QMainWindow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public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protected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contextMenuEvent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QContextMenuEvent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private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slots: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open();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save();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print();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undo();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redo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516368" y="1069848"/>
            <a:ext cx="376256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void cut();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copy();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paste();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bold();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italic();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justify();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center();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about();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aboutQt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7624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private: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createActions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helpMenu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757416" y="987552"/>
            <a:ext cx="387157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dirty="0" smtClean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italicAct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leftAlignAct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rightAlignAct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justifyAct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centerAct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setLineSpacingAct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setParagraphSpacingAct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aboutAct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QAction</a:t>
            </a:r>
            <a:r>
              <a:rPr lang="en-US" altLang="zh-CN" dirty="0"/>
              <a:t> *</a:t>
            </a:r>
            <a:r>
              <a:rPr lang="en-US" altLang="zh-CN" dirty="0" err="1"/>
              <a:t>aboutQtAct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QLabel</a:t>
            </a:r>
            <a:r>
              <a:rPr lang="en-US" altLang="zh-CN" dirty="0"/>
              <a:t> *</a:t>
            </a:r>
            <a:r>
              <a:rPr lang="en-US" altLang="zh-CN" dirty="0" err="1"/>
              <a:t>infoLabel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858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mainwindow.cpp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*widget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setCentralWidget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(widget);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&gt;Choose a menu option, or right-click to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"invoke a context menu&lt;/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setFrameStyle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QFrame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StyledPanel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QFrame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::Sunken);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setAlignment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AlignCenter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8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bottomFiller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bottomFiller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setMargin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topFiller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bottomFiller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widget-&gt;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createActions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message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("A context menu is available by right-clicking");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statusBar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showMessage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(message);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("Menus"));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setMinimumSize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(160, 160);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resize(480, 320);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36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contextMenuEvent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QContextMenuEvent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menu(this);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menu.addAction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menu.addAction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menu.addAction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(event-&gt;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globalPos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File|New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73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::open()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File|Open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::save()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File|Save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::print()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File|Print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::undo()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Edit|Undo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05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::redo()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Edit|Redo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::cut()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::copy()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Edit|Copy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::paste()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Edit|Paste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::bold()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Edit|Format|Bold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51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::italic()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Edit|Format|Italic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Edit|Format|Left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Align&lt;/b&gt;"));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Edit|Format|Right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Align&lt;/b&gt;"));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::justify()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Edit|Format|Justify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::center()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Edit|Format|Center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037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Edit|Format|Set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Line Spacing&lt;/b&gt;"));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Edit|Format|Set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Paragraph Spacing&lt;/b&gt;"));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::about()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QMessageBox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::about(this,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("About Menu"),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("The &lt;b&gt;Menu&lt;/b&gt; example shows how to create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"menu-bar menus and context menus."));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infoLabel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("Invoked &lt;b&gt;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Help|About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&lt;/b&gt;"));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419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createActions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("&amp;New"),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("Create a new file"));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("&amp;Open..."),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("Open an existing file"));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SLOT(open()));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("&amp;Save"),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("Save the document to disk"));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SLOT(save()));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32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("&amp;Print..."),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("Print the document"));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SLOT(print()));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E&amp;xit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Ctrl+Q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("Exit the application"));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SLOT(close()));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("&amp;Undo"),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Ctrl+Z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("Undo the last operation"));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SLOT(undo()));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("&amp;Redo"),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("Redo the last operation"));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SLOT(redo()));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622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Cu&amp;t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("Cut the current selection's contents to the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"clipboard"));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SLOT(cut()));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("&amp;Copy"),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("Copy the current selection's contents to the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"clipboard"));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SLOT(copy()));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("&amp;Paste"),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("Paste the clipboard's contents into the current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"selection"));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SLOT(paste()));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("&amp;Bold"),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("Make the text bold"));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SLOT(bold()));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441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-&gt;font();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boldFont.setBold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("&amp;Italic"),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("Make the text italic"));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SLOT(italic()));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-&gt;font();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italicFont.setItalic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620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("Set &amp;Line Spacing..."),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("Change the gap between the lines of a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"paragraph"));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("Set &amp;Paragraph Spacing..."),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("Change the gap between paragraphs"));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("&amp;About"),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("Show the application's About box"));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SLOT(about()));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("About &amp;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("Show the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library's About box"));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443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("&amp;Left Align"),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("Left align the selected text"));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("&amp;Right Align"),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("Right align the selected text"));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("&amp;Justify"),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Ctrl+J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("Justify the selected text"));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SLOT(justify()));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318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("&amp;Center"),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Ctrl+E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setStatusTip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("Center the selected text"));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SLOT(center()));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alignmentGroup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(true);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700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("&amp;File"));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saveAct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addSeparator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("&amp;Edit"));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undoAct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redoAct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addSeparator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copyAct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pasteAct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addSeparator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29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   helpMenu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("&amp;Help"));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helpMenu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helpMenu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aboutQtAct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editMenu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("&amp;Format"));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boldAct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italicAct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addSeparator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("Alignment"));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leftAlignAct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rightAlignAct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justifyAct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centerAct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addSeparator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setLineSpacingAct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formatMenu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setParagraphSpacingAct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4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3202</Words>
  <Application>Microsoft Office PowerPoint</Application>
  <PresentationFormat>宽屏</PresentationFormat>
  <Paragraphs>566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279</cp:revision>
  <dcterms:created xsi:type="dcterms:W3CDTF">2023-12-05T00:02:22Z</dcterms:created>
  <dcterms:modified xsi:type="dcterms:W3CDTF">2023-12-17T11:38:58Z</dcterms:modified>
</cp:coreProperties>
</file>