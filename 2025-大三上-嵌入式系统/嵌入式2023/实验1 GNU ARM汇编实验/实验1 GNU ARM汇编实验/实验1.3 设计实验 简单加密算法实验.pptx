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93" r:id="rId6"/>
    <p:sldId id="262" r:id="rId7"/>
    <p:sldId id="294" r:id="rId8"/>
    <p:sldId id="295" r:id="rId9"/>
    <p:sldId id="273" r:id="rId10"/>
    <p:sldId id="281" r:id="rId11"/>
    <p:sldId id="282" r:id="rId12"/>
    <p:sldId id="296" r:id="rId13"/>
    <p:sldId id="283" r:id="rId14"/>
    <p:sldId id="284" r:id="rId15"/>
    <p:sldId id="285" r:id="rId16"/>
    <p:sldId id="286" r:id="rId17"/>
    <p:sldId id="287" r:id="rId18"/>
    <p:sldId id="288" r:id="rId19"/>
    <p:sldId id="264" r:id="rId20"/>
    <p:sldId id="266" r:id="rId21"/>
    <p:sldId id="297" r:id="rId22"/>
    <p:sldId id="298" r:id="rId23"/>
    <p:sldId id="299" r:id="rId24"/>
    <p:sldId id="300" r:id="rId25"/>
    <p:sldId id="301" r:id="rId26"/>
    <p:sldId id="303" r:id="rId27"/>
    <p:sldId id="267" r:id="rId28"/>
    <p:sldId id="265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500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227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78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96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94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82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78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206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04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163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74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3DE26-18F7-496A-A03C-9AA38E281AE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62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实验内容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实验目的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实验平台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程序完成指标 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实验参考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实验步骤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参考程序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8.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思考题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412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一、实验内容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/>
              <a:t>依据密钥对数据进行加密，假如</a:t>
            </a:r>
            <a:r>
              <a:rPr lang="zh-CN" altLang="zh-CN" sz="2000" dirty="0"/>
              <a:t>密钥</a:t>
            </a:r>
            <a:r>
              <a:rPr lang="en-US" altLang="zh-CN" sz="2000" dirty="0"/>
              <a:t>key=”37165204”,</a:t>
            </a:r>
            <a:r>
              <a:rPr lang="zh-CN" altLang="zh-CN" sz="2000" dirty="0"/>
              <a:t> </a:t>
            </a:r>
            <a:r>
              <a:rPr lang="zh-CN" altLang="en-US" sz="2000" dirty="0"/>
              <a:t>加密原理如下</a:t>
            </a:r>
            <a:r>
              <a:rPr lang="zh-CN" altLang="en-US" sz="2000" dirty="0" smtClean="0"/>
              <a:t>，</a:t>
            </a:r>
            <a:endParaRPr lang="en-US" altLang="zh-CN" sz="2000" dirty="0" smtClean="0"/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要求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程序运行在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实验平台上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加密算法使用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GNU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汇编编写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主程序为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程序，在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程序内调用汇编函数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05133"/>
            <a:ext cx="4933049" cy="21624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8233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二、实验目的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学习掌握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VIM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编辑文本文件的方法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学习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掌握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GNU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ARM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汇编程序的编写方法和调试技巧。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309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三、实验平台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硬件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计算机       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软件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台式计算机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操作系统：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Windows10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虚拟机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    VMware-player-15.1.0    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Ubuntu18.04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ubuntu-18.04-64bit_farsight(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包含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Qt,ARM-Qt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超级终端：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PUTTY.EXE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嵌入式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857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</a:t>
            </a:r>
            <a:r>
              <a:rPr lang="zh-CN" altLang="en-US" sz="3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4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四、实验完成指标</a:t>
            </a:r>
            <a:endParaRPr lang="zh-CN" altLang="en-US" sz="2400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执行程序，显示加密前、后数据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309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编程思路（建议）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从左向右依次从密钥中提取一个数字字符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将提取的密钥字符转换成二进制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值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，保存到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密钥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数组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中，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例如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akey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[]={3,7,1,6,5,2,0,4}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从字节数据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中依照从左向右依次提取位数据，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每提取一位位数据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，从加密数字中取出密钥数值，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位数据按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密钥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数值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指定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位写入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字节数据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中，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既是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的加密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数据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例如：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取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数据；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从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akey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中提取对应位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的密钥数值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</a:p>
          <a:p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的位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数据写入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的位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</a:p>
          <a:p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123" y="1236579"/>
            <a:ext cx="5056908" cy="4190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3139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源程序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1)exp103.c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用于作为主程序，功能是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调用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加密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对数据加密，并显示加密前、加密后数据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func.s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用于定义加密函数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150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确认编程环境准备好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确认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VM ubuntu18.04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已经启动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确认实验箱已经启动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如果没有准备好，参考实验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安装实验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步骤启动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和实验箱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958294"/>
            <a:ext cx="5162550" cy="2619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974" y="4003574"/>
            <a:ext cx="8419338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664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下，进入“终端”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操作主窗口，按组合键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CTRL+ALT+T,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进入终端窗口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211" y="1780413"/>
            <a:ext cx="7029450" cy="423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21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创建实验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小实验实验目录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exp103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594" y="2257044"/>
            <a:ext cx="69723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588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exp103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下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编写程序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func.s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19" y="1384363"/>
            <a:ext cx="6981825" cy="46196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931" y="4996625"/>
            <a:ext cx="7086600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216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exp103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下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编写程序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func.h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546" y="1576768"/>
            <a:ext cx="6972300" cy="14001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721" y="3329177"/>
            <a:ext cx="7096125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686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(5)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exp103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下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编写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exp103.c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207" y="1440370"/>
            <a:ext cx="6953250" cy="27336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207" y="4181881"/>
            <a:ext cx="7029450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127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(6)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exp103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下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编写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5" y="1503045"/>
            <a:ext cx="7067550" cy="16573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001" y="3424809"/>
            <a:ext cx="7048500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87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编译、链接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用户，命令为：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sudo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make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Root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用户，命令为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:make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从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用户切换到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root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221" y="2709100"/>
            <a:ext cx="7019925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727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5.exp103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拷贝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/sources/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406" y="1674495"/>
            <a:ext cx="7048500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5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激活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会话窗口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exp103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634" y="1909763"/>
            <a:ext cx="75819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540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执行程序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25" y="1701546"/>
            <a:ext cx="409575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901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1.Makefile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CC=arm-none-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gnueabi-gcc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exp103:exp103.c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func.s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$(CC)  exp103.c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func.s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-o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exp103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clean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rm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-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*.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o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rm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-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exp103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493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2.func.s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汇编源程序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.text                          @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代码段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@*********** Function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**********************************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@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入口参数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R0: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密钥中的字符二进制值                           *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@****************************************************************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.align	2                      @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按照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2x2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对齐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.global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@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声明为全局函数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.type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%function    @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BitValue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类型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                              @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函数名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@ip1=sp1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stmfd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!, {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pc}  @sp2=sp1+4x4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(r11)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(r12)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sub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#4             @fp1=ip1-4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sub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#4             @sp3=sp2+4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r0                 @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入口参数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=&gt;r0=0-7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strb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#-13]         @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保存入口参数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一字节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#1                 @x=1      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strb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#-15]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#0                 @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=0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乡党循环变量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strb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#-14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1657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L2: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ldrb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r2, 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#-14]	       @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=&gt;r2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ldrb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#-13]	       @r0=&gt;r3    ASCII char Binary Value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cmp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r2, r3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bcs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.L3                    @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无符号大于等于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r2&gt;r3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&gt;r0)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ldrb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#-15]         @r3&lt;=x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r3,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asl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#1         @x=r3&lt;&lt;1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strb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#-15]      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ldrb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#-14]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add	r3, r3, #1             @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++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strb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#-14]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b	.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L2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2198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L3: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ldrb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#-15]	    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r0,r3                      @ return r0=x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         @ R0=0 return 1;  R0=1 return 2;  R0=2 return 4;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         @ R0=3 return 8;  R0=4 return 16; R0=5 return 32;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         @ R0=6 return 64; R0=7 return 128;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ldmfd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{r3,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pc}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.size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.-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BitValue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.align	2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.global	Encryption             @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声明为全局函数        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.type	Encryption, %function  @Encryption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78115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Encryption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                            @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函数名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sp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stmfd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!, {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pc}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sub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#4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sub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#12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r0                 @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入口参数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:R0=&gt;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要加密的字节数据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r1, 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#-20]         @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入口参数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:R1=&gt;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密钥字符串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=&gt;[fp-20]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strb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#-13]         @R0[7:0]          =&gt;[fp-13]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#0                 @data=0           =&gt;[fp-21]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strb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#-21]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mvn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#127               @Temp=0x80, 0x80-1=&gt;[fp-22]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strb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#-22]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#0                 @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=0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循环变量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=&gt;[fp-23]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strb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#-23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2042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L6: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ldrb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#-23]	@ zero_extendqisi2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cmp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#7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bhi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.L7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ldrb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r2, 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#-23]	@ zero_extendqisi2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ldr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#-20]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add	r3, r2, r3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ldrb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[r3, #0]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sub	r3, r3, #48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and	r3, r3, #255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r0, r3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BitValue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r2, r0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ldrb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#-13]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and	r3, r2, r3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and	r3, r3, #255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cmp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#0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beq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.L9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ldrb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r2, 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#-21]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ldrb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#-22]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add	r3, r2, r3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strb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#-21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97281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L9: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ldrb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#-22]	@ zero_extendqisi2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r3,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lsr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#1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strb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#-22]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ldrb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#-23]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add	r3, r3, #1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strb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#-23]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b	.L6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.L7: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ldrb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r3, 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#-21]	@ zero_extendqisi2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r0, r3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sub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#12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ldmfd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{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pc}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1660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3.func.h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ifndef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H_FUNC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#define H_FUNC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unsigned char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(unsigned char position);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unsigned char Encryption(unsigned char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sn,unsigned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char *key);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endif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7375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exp103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.c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主程序，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源程序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unsigned char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strKey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[]="37165204";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unsigned char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=0xE6;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unsigned char data=0;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data=Encryption(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sn,strKey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("\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n%x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%x",0x000000FF&amp;sn,0x000000FF&amp;data);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("\n");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return 0;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9344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八、实验思考题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简化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func.s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改写程序，输入要加密数据，输出加密结果数据</a:t>
            </a:r>
            <a:r>
              <a:rPr lang="en-US" altLang="zh-CN" sz="2000" smtClean="0"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247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832</Words>
  <Application>Microsoft Office PowerPoint</Application>
  <PresentationFormat>宽屏</PresentationFormat>
  <Paragraphs>242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4" baseType="lpstr">
      <vt:lpstr>等线</vt:lpstr>
      <vt:lpstr>等线 Light</vt:lpstr>
      <vt:lpstr>楷体</vt:lpstr>
      <vt:lpstr>宋体</vt:lpstr>
      <vt:lpstr>Arial</vt:lpstr>
      <vt:lpstr>Office 主题​​</vt:lpstr>
      <vt:lpstr>GNU ARM汇编                                 实验目录</vt:lpstr>
      <vt:lpstr>GNU ARM汇编                              一、实验内容</vt:lpstr>
      <vt:lpstr>GNU ARM汇编                              二、实验目的</vt:lpstr>
      <vt:lpstr>GNU ARM汇编                              三、实验平台</vt:lpstr>
      <vt:lpstr>GNU ARM汇编                           四、实验完成指标</vt:lpstr>
      <vt:lpstr>GNU ARM汇编                              五、实验参考</vt:lpstr>
      <vt:lpstr>GNU ARM汇编                              五、实验参考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七、实验参考程序</vt:lpstr>
      <vt:lpstr>GNU ARM汇编                           七、实验参考程序</vt:lpstr>
      <vt:lpstr>GNU ARM汇编                           七、实验参考程序</vt:lpstr>
      <vt:lpstr>GNU ARM汇编                           七、实验参考程序</vt:lpstr>
      <vt:lpstr>GNU ARM汇编                           七、实验参考程序</vt:lpstr>
      <vt:lpstr>GNU ARM汇编                           七、实验参考程序</vt:lpstr>
      <vt:lpstr>GNU ARM汇编                           七、实验参考程序</vt:lpstr>
      <vt:lpstr>GNU ARM汇编                           七、实验参考程序</vt:lpstr>
      <vt:lpstr>GNU ARM汇编                           七、实验参考程序</vt:lpstr>
      <vt:lpstr>GNU ARM汇编                             八、实验思考题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GNU ARM汇编                                 实验目录</dc:title>
  <dc:creator>yinhenorth01</dc:creator>
  <cp:lastModifiedBy>yinhenorth01</cp:lastModifiedBy>
  <cp:revision>98</cp:revision>
  <dcterms:created xsi:type="dcterms:W3CDTF">2023-12-05T00:02:22Z</dcterms:created>
  <dcterms:modified xsi:type="dcterms:W3CDTF">2023-12-05T11:19:22Z</dcterms:modified>
</cp:coreProperties>
</file>