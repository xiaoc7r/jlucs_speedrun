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89" r:id="rId8"/>
    <p:sldId id="290" r:id="rId9"/>
    <p:sldId id="291" r:id="rId10"/>
    <p:sldId id="292" r:id="rId11"/>
    <p:sldId id="263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64" r:id="rId33"/>
    <p:sldId id="266" r:id="rId34"/>
    <p:sldId id="267" r:id="rId35"/>
    <p:sldId id="265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实验箱简介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编写程序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，实现表达式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a+b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运算功能。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要求：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程序运行在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实验平台上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表达式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功能用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汇编函数实现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主程序为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程序，在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程序内调用汇编函数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了解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掌握在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实验平台上运行程序的操作方法。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GNU ARM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汇编源程序的结构以及编程方法。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四、实验箱简介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ARM 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为基于嵌入式处理器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ARM Cortex A51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Cortex 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的双处理器的开发平台。其中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ARM Cortex A51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处理器平台用于开发基于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操作系统的嵌入式系统；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ARM Cortex 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处理器平台用于开发不使用操作系统的嵌入式系统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裸机开发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实验箱包括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LCD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显示接口模块、触摸屏接口模块、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存储卡接口模块、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Zigbee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接口模块、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Frid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接口模块、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Lan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接口模块、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GPS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接口模块、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GPRS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接口模块、矩阵键盘接口模块、数码管接口模块、彩色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LED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接口模块、红外发射器（接收器）接口模块、继电器接口模块、酒精传感器接口模块、火焰传感器接口模块、光电开关接口模块、气体传感器接口模块、步进电机接口模块、直流电机接口模块、陀机接口模块、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Uart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接口模块、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Mini_BUS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接口模块、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PS/2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鼠标接口模块等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本实验的实验箱配备了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嵌入式操作系统，由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主板、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LCD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显示器、触摸屏、台式机超级终端、台式机键盘、鼠标构成一完整计算机。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677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1.GNU ARM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简介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GNU ARM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是为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下编写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ARM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汇编程序而制定的一个标准。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2.GNU ARM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汇编程序框架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源程序文件名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*.s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汇编程序框架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.section .data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数据段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.section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可省略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.section .text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代码段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.section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可省略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.section 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bss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未初始化数据段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.section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可省略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.global start_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start_: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程序入口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.end   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程序结束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13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3.GNU ARM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汇编指令格式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[&lt;label&gt;:]{&lt;instruction or directive or pseudo-instruction&gt;}  @comment</a:t>
            </a:r>
          </a:p>
          <a:p>
            <a:pPr marL="457200" indent="-457200">
              <a:buAutoNum type="arabicParenBoth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label: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标签，包括变量、标号、常量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AutoNum type="arabicParenBoth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Instruction: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汇编指令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AutoNum type="arabicParenBoth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Directive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：汇编操作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AutoNum type="arabicParenBoth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pseudo-instruction: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伪指令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AutoNum type="arabicParenBoth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@comment: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注释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346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段定义格式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.section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section_name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&gt;{,”flag”}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.section &lt;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段名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 {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 段标志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Flag: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x: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执行段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：允许段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w: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可写段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625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汇编程序入口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.text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.global start_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start_:         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程序入口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宏定义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.macro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参数名列表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宏体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endm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769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进制数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十进制：非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开头，默认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二进制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:0b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开头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十六进制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:0x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开头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字符串： 双引号括起来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数据定义伪操作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.byte    .short    .long     .quad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.float   .string   .ascii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rept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重复定义伪操作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/.set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赋值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.align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.end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.include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616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VMWare</a:t>
            </a: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找到桌面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Vmware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图标，鼠标右击，显示弹出菜单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执行“以管理员身份运行”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Vmware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744" y="1025641"/>
            <a:ext cx="1829055" cy="139751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693" y="2523514"/>
            <a:ext cx="6268325" cy="382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076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鼠标移动到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”Ubuntu-18.04-64bit”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上，右击显示弹出菜单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1810512"/>
            <a:ext cx="8638558" cy="42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93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执行“电源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|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开机”菜单命令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Ubuntu-18.04-64bit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登陆窗口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951" y="1435921"/>
            <a:ext cx="7516274" cy="426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40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鼠标双击用户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录入登录密码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回车，进入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操作系统操作主窗口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319" y="1750868"/>
            <a:ext cx="4601217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86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操作系统操作主窗口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至此，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启动完毕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407" y="1550861"/>
            <a:ext cx="6191250" cy="462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31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下，进入“终端”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查看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在终端窗口命令提示符下，录入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cd 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回车进入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目录，此目录是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的文件系统目录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所以，下启动实验箱前，必须先启动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 ubuntu1804.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查看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目录下是否包含子目录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实验目录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如果没有，使用如下命令创建，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879" y="2967608"/>
            <a:ext cx="6981825" cy="351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399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启动超级终端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找到桌面超级终端文件夹图标，鼠标双击进入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鼠标移动到“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XShell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”上，右击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显示弹出菜单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执行“以管理员身份运行”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进入超级终端主窗口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525" y="1169939"/>
            <a:ext cx="895350" cy="20383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764" y="1169939"/>
            <a:ext cx="2838450" cy="2057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759" y="2961132"/>
            <a:ext cx="530542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00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创建会话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说明：会话将超级终端通过串口与实验箱连接起来，实验箱向串口发送的数据会显示在会话窗口；而敲击键盘向串口发送命令数据也会显示在会话窗口。会话窗口相当于实验箱系统字符屏幕，键盘和鼠标相当于实验箱的键盘、鼠标（注意：必须激活会话窗口，即会话窗口有焦点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创建会话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图中，鼠标选择执行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”Open”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子菜单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显示会话列表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448" y="2374582"/>
            <a:ext cx="3770376" cy="22002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310" y="3447286"/>
            <a:ext cx="46101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34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如果已经创建过会话，会显示在窗口中，选中，左击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【connect】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按钮，显示会话窗口，等待实验箱启动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如果没有创建会话，则按以下步骤创建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点击倒三角快捷按钮，然后选择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session,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会话创建窗口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261" y="1703832"/>
            <a:ext cx="458152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243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填写、选择创建参数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一路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按钮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创建的会话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显示在会话窗口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249" y="958294"/>
            <a:ext cx="4657725" cy="55911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100" y="2418207"/>
            <a:ext cx="4581525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22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在会话窗口中，选中，左击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【connect】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按钮，显示会话窗口，等待实验箱启动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658" y="1804416"/>
            <a:ext cx="486727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41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实验箱加点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显示如下画面，实验箱启动成功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75" y="1857375"/>
            <a:ext cx="77914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7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 ubuntu1804 /home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下创建编程目录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的第一个小实验实验目录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25" y="2254948"/>
            <a:ext cx="8357807" cy="421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下编写程序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847" y="1440969"/>
            <a:ext cx="5862257" cy="44660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117819"/>
            <a:ext cx="706755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16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下编写程序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main.c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322" y="1383792"/>
            <a:ext cx="5324475" cy="2590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2" y="4047934"/>
            <a:ext cx="7058025" cy="22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27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下编写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24" y="1583817"/>
            <a:ext cx="7010400" cy="1733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24" y="3473403"/>
            <a:ext cx="728662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用户，命令为：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make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用户，命令为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:make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用户切换到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956" y="3463671"/>
            <a:ext cx="5715000" cy="1924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792" y="1196149"/>
            <a:ext cx="70104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9.exp101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拷贝到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093" y="1712023"/>
            <a:ext cx="8972550" cy="370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10.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508" y="1737550"/>
            <a:ext cx="76962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73" y="1396555"/>
            <a:ext cx="770572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1.Makefile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CC=arm-none-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gnueabi-gcc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main:main.c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$(CC)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-o main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clean: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*.o	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4937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2.func.s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汇编源程序文件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.text     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代码段</a:t>
            </a:r>
            <a:endParaRPr lang="pt-BR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.global addsum         @addsum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声明全局函数</a:t>
            </a:r>
            <a:endParaRPr lang="pt-BR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addsum:	   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函数名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add r4,r0,r1    </a:t>
            </a: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mov r0,r4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函数返回值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r0</a:t>
            </a:r>
            <a:endParaRPr lang="pt-BR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mov pc,lr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函数返回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657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3.main.c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主程序，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源程序文件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extern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addsum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a,int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b);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声明外部函数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引用汇编定义的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addsum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入口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a=&gt;r0  b=&gt;r1,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r0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       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x=10,y=12,z;	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(“x=%d   y=%d\n”,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x,y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输出调用函数前的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值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z=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addsum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x,y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   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函数调用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(“x + y =%d\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n”,z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	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输出函数调用后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a+b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的值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八、实验思考题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1.GNU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ARM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技术与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我们学习的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ARM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技术有什么关系？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在什么情况下使用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gcc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arm-none-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gnueabi-gcc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3.Makefile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文件有什么作用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247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1538</Words>
  <Application>Microsoft Office PowerPoint</Application>
  <PresentationFormat>宽屏</PresentationFormat>
  <Paragraphs>225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2" baseType="lpstr">
      <vt:lpstr>等线</vt:lpstr>
      <vt:lpstr>等线 Light</vt:lpstr>
      <vt:lpstr>楷体</vt:lpstr>
      <vt:lpstr>宋体</vt:lpstr>
      <vt:lpstr>Arial</vt:lpstr>
      <vt:lpstr>Wingdings</vt:lpstr>
      <vt:lpstr>Office 主题​​</vt:lpstr>
      <vt:lpstr>GNU ARM汇编                                 实验目录</vt:lpstr>
      <vt:lpstr>GNU ARM汇编                              一、实验内容</vt:lpstr>
      <vt:lpstr>GNU ARM汇编                              二、实验目的</vt:lpstr>
      <vt:lpstr>GNU ARM汇编                              三、实验平台</vt:lpstr>
      <vt:lpstr>GNU ARM汇编                             四、实验箱简介</vt:lpstr>
      <vt:lpstr>GNU ARM汇编                              五、实验参考</vt:lpstr>
      <vt:lpstr>GNU ARM汇编                              五、实验参考</vt:lpstr>
      <vt:lpstr>GNU ARM汇编                              五、实验参考</vt:lpstr>
      <vt:lpstr>GNU ARM汇编                              五、实验参考</vt:lpstr>
      <vt:lpstr>GNU ARM汇编                              五、实验参考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  八、实验思考题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65</cp:revision>
  <dcterms:created xsi:type="dcterms:W3CDTF">2023-12-05T00:02:22Z</dcterms:created>
  <dcterms:modified xsi:type="dcterms:W3CDTF">2023-12-05T11:23:32Z</dcterms:modified>
</cp:coreProperties>
</file>