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296" r:id="rId8"/>
    <p:sldId id="295" r:id="rId9"/>
    <p:sldId id="273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64" r:id="rId19"/>
    <p:sldId id="266" r:id="rId20"/>
    <p:sldId id="267" r:id="rId21"/>
    <p:sldId id="2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/>
              <a:t>编写程序，实现</a:t>
            </a:r>
            <a:r>
              <a:rPr lang="en-US" altLang="zh-CN" sz="2000" dirty="0" smtClean="0"/>
              <a:t>Result=1+2+3+…+N</a:t>
            </a:r>
            <a:r>
              <a:rPr lang="zh-CN" altLang="en-US" sz="2000" dirty="0" smtClean="0"/>
              <a:t>表达式的功能</a:t>
            </a:r>
            <a:r>
              <a:rPr lang="en-US" altLang="zh-CN" sz="2000" dirty="0" smtClean="0"/>
              <a:t>.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程序运行在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函数实现表达式的功能。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为汇编程序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在汇编程序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内调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学习混合编程技术。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GNU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汇编程序的调用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函数的编写方法和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调试方法。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  <a:endParaRPr lang="zh-CN" altLang="en-US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运行程序，显示累加和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函数定义和声明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函数定义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函数名：严格区分大小写，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语言函数名即是汇编语言函数名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值：对应汇编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位结果）或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R1R0(64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位结果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入口参数：形参表从左至右对应汇编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对于多余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全局变量或堆栈传送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函数声明后，才能被其他模块调用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汇编调用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外部函数引入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extern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函数调用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入口参数初始化：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参数初始化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函数调用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BL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3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42" y="2334768"/>
            <a:ext cx="8339709" cy="30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95" y="1484947"/>
            <a:ext cx="7029450" cy="23336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995" y="3978592"/>
            <a:ext cx="72009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31" y="1360170"/>
            <a:ext cx="7058025" cy="32392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81" y="4599432"/>
            <a:ext cx="71151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27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21" y="1500187"/>
            <a:ext cx="7067550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921" y="3150108"/>
            <a:ext cx="7048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25" y="2637472"/>
            <a:ext cx="70961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4.exp102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32" y="1694497"/>
            <a:ext cx="70104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1997583"/>
            <a:ext cx="57912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exp102:exp102.s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  exp102.s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-o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exp102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exp102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2.func.c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sum(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sum(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i,nResult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if(n&lt;=0) return 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for(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=1;i&lt;=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n;i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++)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65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3.exp102.s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主程序，汇编源程序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data              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数据段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.align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  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字对齐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LC0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             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地址标号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“%d\012\000“               @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函数输出格式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.text              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代码段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.extern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sum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引入外部变量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.global	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全局标号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.type	main, %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function          @main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main: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r0,#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9                            @sum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入口参数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R0=9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sum    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sum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r1,r0                            @R1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输出的变量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r3, 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r0,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                       @R0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格式串首地址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pc,lr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.word   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LC0                          @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声明标号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LC0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为字类型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1.GNU 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汇编程序如何调用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2.GNU 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如何调用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677</Words>
  <Application>Microsoft Office PowerPoint</Application>
  <PresentationFormat>宽屏</PresentationFormat>
  <Paragraphs>140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楷体</vt:lpstr>
      <vt:lpstr>宋体</vt:lpstr>
      <vt:lpstr>Arial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四、实验完成指标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99</cp:revision>
  <dcterms:created xsi:type="dcterms:W3CDTF">2023-12-05T00:02:22Z</dcterms:created>
  <dcterms:modified xsi:type="dcterms:W3CDTF">2023-12-05T11:27:11Z</dcterms:modified>
</cp:coreProperties>
</file>