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262" r:id="rId7"/>
    <p:sldId id="296" r:id="rId8"/>
    <p:sldId id="297" r:id="rId9"/>
    <p:sldId id="295" r:id="rId10"/>
    <p:sldId id="273" r:id="rId11"/>
    <p:sldId id="281" r:id="rId12"/>
    <p:sldId id="282" r:id="rId13"/>
    <p:sldId id="284" r:id="rId14"/>
    <p:sldId id="285" r:id="rId15"/>
    <p:sldId id="286" r:id="rId16"/>
    <p:sldId id="287" r:id="rId17"/>
    <p:sldId id="288" r:id="rId18"/>
    <p:sldId id="264" r:id="rId19"/>
    <p:sldId id="267" r:id="rId20"/>
    <p:sldId id="298" r:id="rId21"/>
    <p:sldId id="26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从键盘录入一个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进制数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ABCD,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对此数进行转换，转换结果为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DCBA.A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字节数据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使用内嵌汇编的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函数实现转换功能。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主程序包括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接收键盘录入的一个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进制数；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调用转换函数；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输出转换结果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3147183"/>
            <a:ext cx="3467584" cy="141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学习内嵌汇编技术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掌握内嵌汇编的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编写方法和调试方法。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  <a:endParaRPr lang="zh-CN" altLang="en-US" sz="24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没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输入一个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位（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进制数）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ABCD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，输出转换结果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DCBA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内嵌汇编语法格式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__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__volatile__(“Instruction List" : Output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operannds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: Input operands: Clobber/Modify);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volatile(“Instruction List" : Output operands : Input operands: Clobber/Modify);</a:t>
            </a:r>
          </a:p>
          <a:p>
            <a:pPr marL="514350" indent="-514350">
              <a:buAutoNum type="arabicParenBoth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_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GCC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关键字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的宏定义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用于声明一个内联汇编表达式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#define __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__  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Instruction List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：汇编程序段，实现内嵌功能。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 Output Operands: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 用来指定内联汇编语句的输出，操作数输出到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变量。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 Input operands: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指定当前内联汇编语句的输入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变量数据读入操作数。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(5) Clobber/Modify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：通知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gcc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，内嵌汇编语句会修改寄存器或内存的值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内嵌汇编示例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add(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a,int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sum;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volatile( "add %0,%1,%2"     //%1+%2=&gt;%0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:“=r”(sum)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%0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sum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:“r”(a),“r”(b)      //a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读入操作数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%1;b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读入操作数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%2 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:"cc"      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);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return 0;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main()</a:t>
            </a:r>
          </a:p>
          <a:p>
            <a:pPr marL="0" indent="0">
              <a:buNone/>
            </a:pPr>
            <a:r>
              <a:rPr lang="en-US" altLang="zh-CN" sz="2000" dirty="0"/>
              <a:t>{ unsigned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 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; </a:t>
            </a:r>
          </a:p>
          <a:p>
            <a:pPr marL="0" indent="0">
              <a:buNone/>
            </a:pPr>
            <a:r>
              <a:rPr lang="en-US" altLang="zh-CN" sz="2000" dirty="0"/>
              <a:t>  unsigned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z; </a:t>
            </a:r>
          </a:p>
          <a:p>
            <a:pPr marL="0" indent="0">
              <a:buNone/>
            </a:pPr>
            <a:r>
              <a:rPr lang="en-US" altLang="zh-CN" sz="2000" dirty="0"/>
              <a:t> x=12;</a:t>
            </a:r>
          </a:p>
          <a:p>
            <a:pPr marL="0" indent="0">
              <a:buNone/>
            </a:pPr>
            <a:r>
              <a:rPr lang="en-US" altLang="zh-CN" sz="2000" dirty="0"/>
              <a:t> y=13;</a:t>
            </a:r>
          </a:p>
          <a:p>
            <a:pPr marL="0" indent="0">
              <a:buNone/>
            </a:pPr>
            <a:r>
              <a:rPr lang="en-US" altLang="zh-CN" sz="2000" dirty="0"/>
              <a:t> z=add(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); 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(“x(12)+y(13)=%d\</a:t>
            </a:r>
            <a:r>
              <a:rPr lang="en-US" altLang="zh-CN" sz="2000" dirty="0" err="1"/>
              <a:t>n”,z</a:t>
            </a:r>
            <a:r>
              <a:rPr lang="en-US" altLang="zh-CN" sz="2000" dirty="0"/>
              <a:t>);</a:t>
            </a:r>
          </a:p>
          <a:p>
            <a:pPr marL="0" indent="0">
              <a:buNone/>
            </a:pPr>
            <a:r>
              <a:rPr lang="en-US" altLang="zh-CN" sz="2000" dirty="0"/>
              <a:t>return 0;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93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转换的汇编程序段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也可使用其他算法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0" y="1723379"/>
            <a:ext cx="6639852" cy="430033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13908" y="1371599"/>
            <a:ext cx="40575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(2)</a:t>
            </a:r>
            <a:r>
              <a:rPr lang="zh-CN" altLang="en-US" dirty="0" smtClean="0"/>
              <a:t>汇编程序段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en-US" altLang="zh-CN" b="1" dirty="0"/>
              <a:t>EOR  </a:t>
            </a:r>
            <a:r>
              <a:rPr lang="en-US" altLang="zh-CN" b="1" dirty="0" smtClean="0"/>
              <a:t>R4, </a:t>
            </a:r>
            <a:r>
              <a:rPr lang="en-US" altLang="zh-CN" b="1" dirty="0"/>
              <a:t>R0, R0, ROR #16 	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BIC    </a:t>
            </a:r>
            <a:r>
              <a:rPr lang="en-US" altLang="zh-CN" b="1" dirty="0" smtClean="0"/>
              <a:t>R4, R4, </a:t>
            </a:r>
            <a:r>
              <a:rPr lang="en-US" altLang="zh-CN" b="1" dirty="0"/>
              <a:t>#0xFF0000      	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MOV  R0, R0, ROR #8         	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EOR   R0, R0, </a:t>
            </a:r>
            <a:r>
              <a:rPr lang="en-US" altLang="zh-CN" b="1" dirty="0" smtClean="0">
                <a:solidFill>
                  <a:srgbClr val="CC00CC"/>
                </a:solidFill>
              </a:rPr>
              <a:t>R4, </a:t>
            </a:r>
            <a:r>
              <a:rPr lang="en-US" altLang="zh-CN" b="1" dirty="0">
                <a:solidFill>
                  <a:srgbClr val="CC00CC"/>
                </a:solidFill>
              </a:rPr>
              <a:t>LSR #</a:t>
            </a:r>
            <a:r>
              <a:rPr lang="en-US" altLang="zh-CN" b="1" dirty="0" smtClean="0">
                <a:solidFill>
                  <a:srgbClr val="CC00CC"/>
                </a:solidFill>
              </a:rPr>
              <a:t>8</a:t>
            </a: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CC00CC"/>
                </a:solidFill>
              </a:rPr>
              <a:t>(3)</a:t>
            </a:r>
            <a:r>
              <a:rPr lang="zh-CN" altLang="en-US" b="1" dirty="0" smtClean="0">
                <a:solidFill>
                  <a:srgbClr val="CC00CC"/>
                </a:solidFill>
              </a:rPr>
              <a:t>参考（</a:t>
            </a:r>
            <a:r>
              <a:rPr lang="en-US" altLang="zh-CN" b="1" dirty="0" smtClean="0">
                <a:solidFill>
                  <a:srgbClr val="CC00CC"/>
                </a:solidFill>
              </a:rPr>
              <a:t>2</a:t>
            </a:r>
            <a:r>
              <a:rPr lang="zh-CN" altLang="en-US" b="1" dirty="0" smtClean="0">
                <a:solidFill>
                  <a:srgbClr val="CC00CC"/>
                </a:solidFill>
              </a:rPr>
              <a:t>）程序段编写内嵌汇编程序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23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2329243"/>
            <a:ext cx="70866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exp201.c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250" y="958294"/>
            <a:ext cx="7000875" cy="4286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69498"/>
            <a:ext cx="71723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6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78" y="1539621"/>
            <a:ext cx="6972300" cy="1657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68" y="3336988"/>
            <a:ext cx="70104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用户，命令为：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用户切换到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47" y="3014662"/>
            <a:ext cx="705802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5.exp201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237" y="1700403"/>
            <a:ext cx="69913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078637"/>
            <a:ext cx="7620000" cy="510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CC=arm-none-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exp201:exp201.c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$(CC) exp201.c -o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exp201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clean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exp201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9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2.exp201.c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，汇编源程序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unsigned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BytePositionSwap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(unsigned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x)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unsigned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y=0;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volatile (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r4, %1, %1,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#16\n\t"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r4, r4, #0x00FF0000\n\t"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%0, %1,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#8\n\t"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%0, %0, r4,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lsr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#8"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: "=r" (y)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: "0"(x)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: "r4"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 y;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unsigned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x;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unsigned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y=0x11223344;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while(1)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("Input Data:");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x",&amp;y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("\n");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("y=%x\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n",y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if(y==0)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x=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BytePositionSwap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(y);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("x=%x\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n",x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764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八、实验思考题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内嵌汇编中，对寄存器使用有哪些约束条件？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smtClean="0">
                <a:latin typeface="宋体" panose="02010600030101010101" pitchFamily="2" charset="-122"/>
                <a:ea typeface="宋体" panose="02010600030101010101" pitchFamily="2" charset="-122"/>
              </a:rPr>
              <a:t>内嵌汇编对变量读写是如何处理的？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4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881</Words>
  <Application>Microsoft Office PowerPoint</Application>
  <PresentationFormat>宽屏</PresentationFormat>
  <Paragraphs>167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等线 Light</vt:lpstr>
      <vt:lpstr>楷体</vt:lpstr>
      <vt:lpstr>宋体</vt:lpstr>
      <vt:lpstr>Arial</vt:lpstr>
      <vt:lpstr>Office 主题​​</vt:lpstr>
      <vt:lpstr>GNU ARM汇编                                 实验目录</vt:lpstr>
      <vt:lpstr>GNU ARM汇编                              一、实验内容</vt:lpstr>
      <vt:lpstr>GNU ARM汇编                              二、实验目的</vt:lpstr>
      <vt:lpstr>GNU ARM汇编                              三、实验平台</vt:lpstr>
      <vt:lpstr>GNU ARM汇编                           四、实验完成指标</vt:lpstr>
      <vt:lpstr>GNU ARM汇编                              五、实验参考</vt:lpstr>
      <vt:lpstr>GNU ARM汇编                              五、实验参考</vt:lpstr>
      <vt:lpstr>GNU ARM汇编                              五、实验参考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  八、实验思考题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113</cp:revision>
  <dcterms:created xsi:type="dcterms:W3CDTF">2023-12-05T00:02:22Z</dcterms:created>
  <dcterms:modified xsi:type="dcterms:W3CDTF">2023-12-05T22:20:36Z</dcterms:modified>
</cp:coreProperties>
</file>