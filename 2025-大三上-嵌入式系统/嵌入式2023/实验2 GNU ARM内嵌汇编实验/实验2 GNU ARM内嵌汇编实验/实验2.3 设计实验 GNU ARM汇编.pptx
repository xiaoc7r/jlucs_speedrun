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93" r:id="rId6"/>
    <p:sldId id="262" r:id="rId7"/>
    <p:sldId id="299" r:id="rId8"/>
    <p:sldId id="295" r:id="rId9"/>
    <p:sldId id="273" r:id="rId10"/>
    <p:sldId id="281" r:id="rId11"/>
    <p:sldId id="282" r:id="rId12"/>
    <p:sldId id="284" r:id="rId13"/>
    <p:sldId id="300" r:id="rId14"/>
    <p:sldId id="301" r:id="rId15"/>
    <p:sldId id="285" r:id="rId16"/>
    <p:sldId id="286" r:id="rId17"/>
    <p:sldId id="287" r:id="rId18"/>
    <p:sldId id="288" r:id="rId19"/>
    <p:sldId id="264" r:id="rId20"/>
    <p:sldId id="267" r:id="rId21"/>
    <p:sldId id="298" r:id="rId22"/>
    <p:sldId id="302" r:id="rId23"/>
    <p:sldId id="265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0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22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78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96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94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82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78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20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04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16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74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3DE26-18F7-496A-A03C-9AA38E281AE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62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实验内容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实验目的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实验平台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程序完成指标 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实验参考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实验步骤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参考程序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思考题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412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一、实验内容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从键盘输入一组数，使用冒泡排序方法对此组数据进行从小到大排序，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要求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冒泡排序函数使用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GNU ARM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实现。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主程序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语言实现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输入一组数据（或定义一个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个数据的数组）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调用冒泡排序函数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输出排序结果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程序在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实验箱上运行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233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二、实验目的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学习掌握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语言调用汇编函数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的第二种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方法。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掌握使用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GNU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ARM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汇编编写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冒泡排序算法的方法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和调试技巧。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309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三、实验平台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硬件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计算机      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软件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台式计算机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操作系统：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Windows10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虚拟机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   VMware-player-15.1.0   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Ubuntu18.04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ubuntu-18.04-64bit_farsight(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Qt,ARM-Qt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超级终端：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PUTTY.EXE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嵌入式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857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</a:t>
            </a:r>
            <a:r>
              <a:rPr lang="zh-CN" altLang="en-US" sz="3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4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四、实验完成指标</a:t>
            </a:r>
            <a:endParaRPr lang="zh-CN" altLang="en-US" sz="2400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运行程序，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任意输入一组有符号数（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无符号数）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显示从小到大排序结果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30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1.C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语言调用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GNU AMR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冒泡排序函数的第二种方法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函数定义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func.s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	.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text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	.align	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	.global	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bubbleSort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	.type	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bubbleSort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, %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function</a:t>
            </a:r>
          </a:p>
          <a:p>
            <a:pPr marL="0" indent="0">
              <a:buNone/>
            </a:pP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bubbleSort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@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功能程序块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MOV PC,LR      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func.h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文件，声明函数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void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bubbleSort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arr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[],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len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函数调用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引入：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#include  “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func.h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调用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同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函数调用格式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139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冒泡算法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bubbleSort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[],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temp;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j;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for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&lt;len-1;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for (j=0; j&lt;len-1-i;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j++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	{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[j] &gt;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[j+1]) 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	{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temp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[j];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[j]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[j+1];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[j+1] = temp;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235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确认编程环境准备好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确认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VM ubuntu18.04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已经启动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确认实验箱已经启动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如果没有准备好，参考实验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安装实验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步骤启动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和实验箱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958294"/>
            <a:ext cx="5162550" cy="2619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974" y="4003574"/>
            <a:ext cx="8419338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64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下，进入“终端”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操作主窗口，按组合键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CTRL+ALT+T,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进入终端窗口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11" y="1780413"/>
            <a:ext cx="7029450" cy="423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21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创建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实验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小实验实验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exp203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894" y="2339284"/>
            <a:ext cx="7294626" cy="192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588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exp203.c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256" y="4699063"/>
            <a:ext cx="5514975" cy="11906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790" y="1475613"/>
            <a:ext cx="5524500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216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下编写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func.s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398" y="1595056"/>
            <a:ext cx="5372100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87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(5)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下编写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func.h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598" y="1523047"/>
            <a:ext cx="704850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62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(6)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下编写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CC=arm-none-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gnueabi-gcc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exp203:exp203.c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func.s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func.h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$(CC)   exp203.c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func.s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-o exp203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clean: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rm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*.o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rm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exp203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671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编译、链接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用户，命令为：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sudo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make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Root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用户，命令为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:make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用户切换到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root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615" y="3466282"/>
            <a:ext cx="5915025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727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5.exp203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拷贝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/sources/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1711833"/>
            <a:ext cx="556260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激活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会话窗口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949958"/>
            <a:ext cx="80772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540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执行程序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1460944"/>
            <a:ext cx="9448800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901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1.Makefile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CC=arm-none-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gnueabi-gcc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exp203:exp203.c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func.s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func.h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$(CC)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exp203.c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func.s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-o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exp203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clean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rm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exp203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493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2.exp203.c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主程序，汇编源程序文件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func.h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main (void)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[10] = {3,5,1,-7,4,9,-6,8,10,4};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10;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bubbleSort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4*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for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("%d\t",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putchar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('\n');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934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func.s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汇编函数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.text</a:t>
            </a:r>
          </a:p>
          <a:p>
            <a:pPr marL="0" indent="0">
              <a:buNone/>
            </a:pP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.align	2</a:t>
            </a:r>
          </a:p>
          <a:p>
            <a:pPr marL="0" indent="0">
              <a:buNone/>
            </a:pP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.global	bubbleSort</a:t>
            </a:r>
          </a:p>
          <a:p>
            <a:pPr marL="0" indent="0">
              <a:buNone/>
            </a:pP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.type	bubbleSort, %function</a:t>
            </a:r>
          </a:p>
          <a:p>
            <a:pPr marL="0" indent="0">
              <a:buNone/>
            </a:pP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bubbleSort:</a:t>
            </a:r>
          </a:p>
          <a:p>
            <a:pPr marL="0" indent="0">
              <a:buNone/>
            </a:pP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SUB R1,R1,#4   @R1&lt;=LEN-1</a:t>
            </a:r>
          </a:p>
          <a:p>
            <a:pPr marL="0" indent="0">
              <a:buNone/>
            </a:pP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MOV R4,#0      @i</a:t>
            </a:r>
          </a:p>
          <a:p>
            <a:pPr marL="0" indent="0">
              <a:buNone/>
            </a:pP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MOV R5,#0      @j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7744968" y="1051560"/>
            <a:ext cx="2954655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l1:    LDR R7,[R0,R5]	</a:t>
            </a:r>
          </a:p>
          <a:p>
            <a:r>
              <a:rPr lang="pt-BR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  ADD R6,R5,#4</a:t>
            </a:r>
          </a:p>
          <a:p>
            <a:r>
              <a:rPr lang="pt-BR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  LDR R8,[R0,R6]  </a:t>
            </a:r>
          </a:p>
          <a:p>
            <a:r>
              <a:rPr lang="pt-BR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  CMP R7,R8</a:t>
            </a:r>
          </a:p>
          <a:p>
            <a:r>
              <a:rPr lang="pt-BR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  BLE l2</a:t>
            </a:r>
          </a:p>
          <a:p>
            <a:r>
              <a:rPr lang="pt-BR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  STR R8,[R0,R5] </a:t>
            </a:r>
          </a:p>
          <a:p>
            <a:r>
              <a:rPr lang="pt-BR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  STR R7,[R0,R6]</a:t>
            </a:r>
          </a:p>
          <a:p>
            <a:r>
              <a:rPr lang="pt-BR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l2:    ADD R5,R5,#4</a:t>
            </a:r>
          </a:p>
          <a:p>
            <a:r>
              <a:rPr lang="pt-BR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  SUB R6,R1,R4</a:t>
            </a:r>
          </a:p>
          <a:p>
            <a:r>
              <a:rPr lang="pt-BR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  CMP R5,R6</a:t>
            </a:r>
          </a:p>
          <a:p>
            <a:r>
              <a:rPr lang="pt-BR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  BLE l1</a:t>
            </a:r>
          </a:p>
          <a:p>
            <a:r>
              <a:rPr lang="pt-BR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  MOV R5,#0</a:t>
            </a:r>
          </a:p>
          <a:p>
            <a:r>
              <a:rPr lang="pt-BR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  ADD R4,R4,#4</a:t>
            </a:r>
          </a:p>
          <a:p>
            <a:r>
              <a:rPr lang="pt-BR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  CMP R4,R1</a:t>
            </a:r>
          </a:p>
          <a:p>
            <a:r>
              <a:rPr lang="pt-BR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  BLE l1 </a:t>
            </a:r>
          </a:p>
          <a:p>
            <a:r>
              <a:rPr lang="pt-BR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  MOV PC,LR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97647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func.h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bubbleSort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[],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898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八、实验思考题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修改程序，从键盘录入一组数据，调用排序函数，输出排序结果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247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754</Words>
  <Application>Microsoft Office PowerPoint</Application>
  <PresentationFormat>宽屏</PresentationFormat>
  <Paragraphs>183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9" baseType="lpstr">
      <vt:lpstr>等线</vt:lpstr>
      <vt:lpstr>等线 Light</vt:lpstr>
      <vt:lpstr>楷体</vt:lpstr>
      <vt:lpstr>宋体</vt:lpstr>
      <vt:lpstr>Arial</vt:lpstr>
      <vt:lpstr>Office 主题​​</vt:lpstr>
      <vt:lpstr>GNU ARM汇编                                 实验目录</vt:lpstr>
      <vt:lpstr>GNU ARM汇编                              一、实验内容</vt:lpstr>
      <vt:lpstr>GNU ARM汇编                              二、实验目的</vt:lpstr>
      <vt:lpstr>GNU ARM汇编                              三、实验平台</vt:lpstr>
      <vt:lpstr>GNU ARM汇编                           四、实验完成指标</vt:lpstr>
      <vt:lpstr>GNU ARM汇编                              五、实验参考</vt:lpstr>
      <vt:lpstr>GNU ARM汇编                              五、实验参考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七、实验参考程序</vt:lpstr>
      <vt:lpstr>GNU ARM汇编                           七、实验参考程序</vt:lpstr>
      <vt:lpstr>GNU ARM汇编                           七、实验参考程序</vt:lpstr>
      <vt:lpstr>GNU ARM汇编                           七、实验参考程序</vt:lpstr>
      <vt:lpstr>GNU ARM汇编                             八、实验思考题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GNU ARM汇编                                 实验目录</dc:title>
  <dc:creator>yinhenorth01</dc:creator>
  <cp:lastModifiedBy>yinhenorth01</cp:lastModifiedBy>
  <cp:revision>142</cp:revision>
  <dcterms:created xsi:type="dcterms:W3CDTF">2023-12-05T00:02:22Z</dcterms:created>
  <dcterms:modified xsi:type="dcterms:W3CDTF">2023-12-07T01:15:52Z</dcterms:modified>
</cp:coreProperties>
</file>