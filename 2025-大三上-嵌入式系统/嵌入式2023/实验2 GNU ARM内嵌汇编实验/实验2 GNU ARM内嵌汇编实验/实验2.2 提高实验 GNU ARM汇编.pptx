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262" r:id="rId7"/>
    <p:sldId id="303" r:id="rId8"/>
    <p:sldId id="304" r:id="rId9"/>
    <p:sldId id="295" r:id="rId10"/>
    <p:sldId id="273" r:id="rId11"/>
    <p:sldId id="281" r:id="rId12"/>
    <p:sldId id="282" r:id="rId13"/>
    <p:sldId id="284" r:id="rId14"/>
    <p:sldId id="300" r:id="rId15"/>
    <p:sldId id="301" r:id="rId16"/>
    <p:sldId id="285" r:id="rId17"/>
    <p:sldId id="286" r:id="rId18"/>
    <p:sldId id="287" r:id="rId19"/>
    <p:sldId id="288" r:id="rId20"/>
    <p:sldId id="264" r:id="rId21"/>
    <p:sldId id="267" r:id="rId22"/>
    <p:sldId id="298" r:id="rId23"/>
    <p:sldId id="302" r:id="rId24"/>
    <p:sldId id="265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编写程序，实现将数据块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拷贝到数据块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拷贝函数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GNU ARM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实现。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主程序使用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语言实现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定义一个源数组，并为其初始化；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定义一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目标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数组，空间大于源数组；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输出源数组内容；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输出目标数组内容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加深对汇编指令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LDM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STM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LDR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的理解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掌握汇编指令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LDM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STM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LDR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LDRB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STRB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方法和调试技巧。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</a:t>
            </a: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  <a:endParaRPr lang="zh-CN" altLang="en-US" sz="24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显示源数组数据；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显示目标数组数据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多字拷贝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为源数组长度（按字节计算）</a:t>
            </a:r>
            <a:endParaRPr lang="pt-BR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(1)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多字拷贝次数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MOVS    r3, r2, LSR #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   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个字，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个字节</a:t>
            </a:r>
            <a:endParaRPr lang="pt-BR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多字拷贝循环</a:t>
            </a:r>
            <a:endParaRPr lang="pt-BR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octcopy:</a:t>
            </a: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	  SUBS         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r3, r3, #1   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BNE             octcopy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字拷贝指令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一次拷贝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个字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自动按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+32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修改源数组、目的数组指针</a:t>
            </a:r>
            <a:endParaRPr lang="pt-BR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LDMIA        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r0!, {r4-r11}  </a:t>
            </a: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STMIA           r1!, {r4-r11}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13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字拷贝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(1)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字拷贝次数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ANDS R3,R2,#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0x0000001F     ;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多字拷贝后剩余字节数</a:t>
            </a:r>
            <a:endParaRPr lang="pt-BR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MOVS R3,R2,LSR #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          ;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计算字拷贝次数</a:t>
            </a:r>
            <a:endParaRPr lang="pt-BR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字拷贝循环</a:t>
            </a:r>
            <a:endParaRPr lang="pt-BR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wordcopy:</a:t>
            </a: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	  SUBS         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r3, r3, #1   </a:t>
            </a: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BNE             wordcopy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）字拷贝指令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一次拷贝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个字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自动按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修改源数组、目的数组指针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LDR   r4, [r0], #4     </a:t>
            </a: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STR   r4, [r1], #4</a:t>
            </a:r>
            <a:endParaRPr lang="pt-BR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47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节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(1)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字节拷贝次数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ANDS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R3,R2,#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0x3    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；字节拷贝次数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字节拷贝循环</a:t>
            </a:r>
            <a:endParaRPr lang="pt-BR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bytecopy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	  SUBS         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r3, r3, #1   </a:t>
            </a: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BNE             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wordbyte</a:t>
            </a:r>
            <a:endParaRPr lang="pt-BR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）字节拷贝指令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一次拷贝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个字节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自动按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修改源数组、目的数组指针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LDR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r4, [r0], 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#1     </a:t>
            </a:r>
            <a:endParaRPr lang="pt-BR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pt-BR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r4, [r1], </a:t>
            </a:r>
            <a:r>
              <a:rPr lang="pt-BR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#1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029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177" y="2522029"/>
            <a:ext cx="706755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exp202.c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35" y="1384935"/>
            <a:ext cx="5610225" cy="2990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182" y="4534377"/>
            <a:ext cx="58293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16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下编写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398" y="1595056"/>
            <a:ext cx="5372100" cy="2771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398" y="4480560"/>
            <a:ext cx="58293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下编写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598" y="1523047"/>
            <a:ext cx="7048500" cy="885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598" y="2502217"/>
            <a:ext cx="55149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62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下编写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29" y="1433703"/>
            <a:ext cx="5619750" cy="1924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085" y="3567628"/>
            <a:ext cx="54673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71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用户，命令为：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make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用户，命令为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:make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用户切换到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16" y="2686050"/>
            <a:ext cx="54102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5.exp202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643" y="1850707"/>
            <a:ext cx="702945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93" y="1871090"/>
            <a:ext cx="9429750" cy="239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1.Makefile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CC=arm-none-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gnueabi-gcc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exp202:exp202.c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$(CC)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exp202.c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-o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clean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rm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-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exp202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493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2.exp202.c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主程序，汇编源程序文件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 (void)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char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srcData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 = {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3,5,1,7,4,9,6,8,0,4,1,2,3,4,5,6,8,9,0,1,2,3,4,5,3,4,5,6,1,2,3,4,1,2,3,4,4,4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dstData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[50];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=38;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for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("%d ",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srcData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("\n");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blockCopy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srcData,dstData,len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=0;i&lt;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len;i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("%d ",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dstData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("\n");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汇编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.text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  .align  2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  .global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blockCopy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  .type 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blockCopy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, %function</a:t>
            </a:r>
          </a:p>
          <a:p>
            <a:pPr marL="0" indent="0">
              <a:buNone/>
            </a:pP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blockCopy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:      </a:t>
            </a:r>
            <a:endParaRPr lang="en-US" altLang="zh-CN" sz="17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@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R0==&gt;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srcDtat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R1===&gt;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dstDate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R2==&gt;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(byte)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MOVS    r3, r2, LSR #5          @bytes/32      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BEQ           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copywords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STMFD         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!, {r4-r11}   </a:t>
            </a:r>
          </a:p>
          <a:p>
            <a:pPr marL="0" indent="0">
              <a:buNone/>
            </a:pP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octcopy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LDMIA           r0!, {r4-r11}  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STMIA           r1!, {r4-r11} 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SUBS            r3, r3, #1   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BNE           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octcopy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LDMFD          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sp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!, {r4-r11}</a:t>
            </a:r>
            <a:endParaRPr lang="en-US" altLang="zh-CN" sz="17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644384" y="1051560"/>
            <a:ext cx="418576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copywords:      ANDS R3,R2,#0x0000001F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MOVS R3,R2,LSR #2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BEQ copybytes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wordcopy:       LDR   r4, [r0], #4     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STR   r4, [r1], #4    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SUBS  r3, r3, #1 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BNE   wordcopy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copybytes:      ANDS R3,R2,#0x3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BEQ l1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copybyte:       LDRB R4,[R0],#1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STRB R4,[R1],#1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SUBS R3,R3,#1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BNE copybyte</a:t>
            </a: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l1:             MOV PC,LR</a:t>
            </a:r>
          </a:p>
          <a:p>
            <a:endParaRPr lang="pt-BR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pt-BR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MOV PC,LR</a:t>
            </a:r>
            <a:endParaRPr lang="pt-BR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9764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func.h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blockCopy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(char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srcData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[],char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dstData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[],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898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GNU ARM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汇编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八、实验思考题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smtClean="0">
                <a:latin typeface="宋体" panose="02010600030101010101" pitchFamily="2" charset="-122"/>
                <a:ea typeface="宋体" panose="02010600030101010101" pitchFamily="2" charset="-122"/>
              </a:rPr>
              <a:t>如果都按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字节拷贝，程序如何修改？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24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981</Words>
  <Application>Microsoft Office PowerPoint</Application>
  <PresentationFormat>宽屏</PresentationFormat>
  <Paragraphs>191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楷体</vt:lpstr>
      <vt:lpstr>宋体</vt:lpstr>
      <vt:lpstr>Arial</vt:lpstr>
      <vt:lpstr>Office 主题​​</vt:lpstr>
      <vt:lpstr>GNU ARM汇编                                 实验目录</vt:lpstr>
      <vt:lpstr>GNU ARM汇编                              一、实验内容</vt:lpstr>
      <vt:lpstr>GNU ARM汇编                              二、实验目的</vt:lpstr>
      <vt:lpstr>GNU ARM汇编                              三、实验平台</vt:lpstr>
      <vt:lpstr>GNU ARM汇编                           四、实验完成指标</vt:lpstr>
      <vt:lpstr>GNU ARM汇编                              五、实验参考</vt:lpstr>
      <vt:lpstr>GNU ARM汇编                              五、实验参考</vt:lpstr>
      <vt:lpstr>GNU ARM汇编                              五、实验参考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   六、实验步骤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七、实验参考程序</vt:lpstr>
      <vt:lpstr>GNU ARM汇编                             八、实验思考题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149</cp:revision>
  <dcterms:created xsi:type="dcterms:W3CDTF">2023-12-05T00:02:22Z</dcterms:created>
  <dcterms:modified xsi:type="dcterms:W3CDTF">2023-12-07T00:47:17Z</dcterms:modified>
</cp:coreProperties>
</file>