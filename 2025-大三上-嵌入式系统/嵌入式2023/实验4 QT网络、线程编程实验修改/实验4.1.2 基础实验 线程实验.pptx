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03" r:id="rId8"/>
    <p:sldId id="304" r:id="rId9"/>
    <p:sldId id="305" r:id="rId10"/>
    <p:sldId id="308" r:id="rId11"/>
    <p:sldId id="262" r:id="rId12"/>
    <p:sldId id="309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295" r:id="rId24"/>
    <p:sldId id="273" r:id="rId25"/>
    <p:sldId id="310" r:id="rId26"/>
    <p:sldId id="281" r:id="rId27"/>
    <p:sldId id="299" r:id="rId28"/>
    <p:sldId id="284" r:id="rId29"/>
    <p:sldId id="285" r:id="rId30"/>
    <p:sldId id="286" r:id="rId31"/>
    <p:sldId id="287" r:id="rId32"/>
    <p:sldId id="288" r:id="rId33"/>
    <p:sldId id="267" r:id="rId34"/>
    <p:sldId id="300" r:id="rId35"/>
    <p:sldId id="311" r:id="rId36"/>
    <p:sldId id="313" r:id="rId37"/>
    <p:sldId id="314" r:id="rId38"/>
    <p:sldId id="315" r:id="rId39"/>
    <p:sldId id="312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int%20pthread/16224465?fromModule=lemma_inlink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程序，实现线程典型模型：生产者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消费者模型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包括生产者线程、消费者线程和产品仓库。生产者线程生产产品，放入商品仓库，如果仓库满，则等待，直到产品仓库有空闲，则继续生产操作；消费者线程从产品仓库取产品销售，如果仓库无产品，则等待，直到产品仓库有产品，则继续销售操作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掌握线程的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学习了解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生产者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消费者模型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显示生产者生产信息、消费者消费信息。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线程基础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线程，也称轻量进程，指的是进程中某一单一顺序的控制流。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一个进程可以有多个线程，一个线程只能有一个父进程。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线程与父进程的其他线程共享进程的所有资源。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线程本身不拥有系统资源，只拥有运行必须的数据结构。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2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API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线程创建函数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pthread_create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thread_id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__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pthread_attr_t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 __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attr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void *(*__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start_routine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) (void *),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void *__restrict __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thread_id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attr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：线程属性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void *(*__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start_routine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 (void *):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线程从此函数开始执行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无参数时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NULL.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线程创建成功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-1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线程创建失败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功能：进程内创建一个线程。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3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线程退出函数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pthread_exit</a:t>
            </a:r>
            <a:r>
              <a:rPr lang="en-US" altLang="zh-CN" sz="1600" dirty="0"/>
              <a:t> (void *__</a:t>
            </a:r>
            <a:r>
              <a:rPr lang="en-US" altLang="zh-CN" sz="1600" dirty="0" err="1"/>
              <a:t>retval</a:t>
            </a:r>
            <a:r>
              <a:rPr lang="en-US" altLang="zh-CN" sz="1600" dirty="0"/>
              <a:t>)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retval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void*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类型的指针，可以指向任何类型的数据，它指向的数据将作为线程退出时的返回值。如果线程不需要返回任何数据，将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retval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参数置为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NULL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即可。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功能：退出线程。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3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获得父进程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pthread_self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(void)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的类型为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unsigned long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，所以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要使用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lu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自身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ID 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获得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线程自身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4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判断两个线程是否相等函数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pthread_equal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__thread1,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__thread2)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__thread1: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 ID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__thread2: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 ID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相等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非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值，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不等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  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功能：判断两个线程是否相等。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47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等待线程结束函数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 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pthread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_join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thread, void **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retval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thread 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retval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用户定义的指针，用来存储被等待线程的返回值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功能：用来等待一个线程的结束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线程间同步的操作。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互斥锁的初始化函数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 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pthread_mutex_init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pthread_mutex_t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*,__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pthread_mutexattr_t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*)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个参数：互斥量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个参数：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*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PTHREAD_MUTEX_TIMED_NP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，缺省值，普通锁。当一个线程加锁以后，其余请求锁的线程将形成一个等待队列，并在解锁后按优先级获得锁。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　　*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PTHREAD_MUTEX_RECURSIVE_NP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，嵌套锁，允许一个线程对同一个锁获得多次，并通过多次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unlock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解锁。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　　*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PTHREAD_MUTEX_ERRORCHECK_NP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，检错锁，如果同一个线程请求同一个锁，则返回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EDEADLK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，否则与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PTHREAD_MUTEX_TIMED_NP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类型动作相同。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　　*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PTHREAD_MUTEX_ADAPTIVE_NP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，适应锁，动作最简单的锁类型。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功能：互斥锁的初始化。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6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互斥锁的销毁函数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 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pthread_mutex_destroy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pthread_mutex_t</a:t>
            </a:r>
            <a:r>
              <a:rPr lang="en-US" altLang="zh-CN" sz="2000" dirty="0"/>
              <a:t> *__</a:t>
            </a:r>
            <a:r>
              <a:rPr lang="en-US" altLang="zh-CN" sz="2000" dirty="0" err="1"/>
              <a:t>mutex</a:t>
            </a:r>
            <a:r>
              <a:rPr lang="en-US" altLang="zh-CN" sz="2000" dirty="0"/>
              <a:t>)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/>
              <a:t>__</a:t>
            </a:r>
            <a:r>
              <a:rPr lang="en-US" altLang="zh-CN" sz="1600" dirty="0" err="1"/>
              <a:t>mutex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：互斥锁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功能：销毁互斥锁。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39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锁定互斥锁函数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 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pthread_mutex_lock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pthread_mutex_t</a:t>
            </a:r>
            <a:r>
              <a:rPr lang="en-US" altLang="zh-CN" sz="1600" dirty="0"/>
              <a:t> *__</a:t>
            </a:r>
            <a:r>
              <a:rPr lang="en-US" altLang="zh-CN" sz="1600" dirty="0" err="1"/>
              <a:t>mutex</a:t>
            </a:r>
            <a:r>
              <a:rPr lang="en-US" altLang="zh-CN" sz="1600" dirty="0"/>
              <a:t>)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/>
              <a:t>__</a:t>
            </a:r>
            <a:r>
              <a:rPr lang="en-US" altLang="zh-CN" sz="1600" dirty="0" err="1"/>
              <a:t>mutex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：互斥锁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功能：锁定互斥锁。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38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解锁互斥锁函数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 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pthread_mutex_unlock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pthread_mutex_t</a:t>
            </a:r>
            <a:r>
              <a:rPr lang="en-US" altLang="zh-CN" sz="1600" dirty="0"/>
              <a:t> *__</a:t>
            </a:r>
            <a:r>
              <a:rPr lang="en-US" altLang="zh-CN" sz="1600" dirty="0" err="1"/>
              <a:t>mutex</a:t>
            </a:r>
            <a:r>
              <a:rPr lang="en-US" altLang="zh-CN" sz="1600" dirty="0"/>
              <a:t>)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/>
              <a:t>__</a:t>
            </a:r>
            <a:r>
              <a:rPr lang="en-US" altLang="zh-CN" sz="1200" dirty="0" err="1"/>
              <a:t>mutex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：互斥锁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功能：解锁互斥锁。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84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条件变量初始化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pthread_cond_init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pthread_condattr_t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cond_attr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是一个指向结构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的指针。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cond_attr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是一个指向结构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pthread_condattr_t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的指针。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条件变量初始化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2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销毁函数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pthread_cond_destroy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pthread_cond_t</a:t>
            </a:r>
            <a:r>
              <a:rPr lang="en-US" altLang="zh-CN" sz="1600" dirty="0"/>
              <a:t> *__</a:t>
            </a:r>
            <a:r>
              <a:rPr lang="en-US" altLang="zh-CN" sz="1600" dirty="0" err="1"/>
              <a:t>cond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是一个指向结构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的指针。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成功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:0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 失败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功能：销毁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851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12.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pthread_cond_signal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是一个指向结构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的指针。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功能：是发送一个信号给另外一个正在处于阻塞等待状态的线程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使其脱离阻塞状态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继续执行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如果没有线程处在阻塞等待状态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pthread_cond_signal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也会成功返回。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47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13.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pthread_cond_wait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pthread_cond_wait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pthread_mutex_t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mutex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是一个指向结构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的指针。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mutex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互斥锁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功能：程等待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条件变量的条件成立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而挂起。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用于阻塞当前线程，等待其它线程使用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pthread_cond_broadcast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来唤醒它。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8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14.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pthread_cond_timedwait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声明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pthread_cond_timedwait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pthread_cond_t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pthread_mutex_t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mutex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struct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timespec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*__restrict __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abstime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Abstime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超时时间是一个绝对值，也就是距离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1970-1-1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日的时间值，而不是一个时间段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功能：等待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条件变量的条件成立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而挂起。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在规定时间内，条件变量的条件不成立，则超时返回。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4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446532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生产者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消费者模型图解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生产者写入缓冲区和消费者从缓冲区读数的具体流程，生产者首先要获得互斥锁，并且判断写指针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+1 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后是否等于读指针，如果相等则进入等待状态，等候条件变量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notfull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；如果不等则向缓冲区中写一个整数，并且设置条件变量为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notempty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，最后释放互斥锁。消费者线程与生产者线程类似，这里就不再过多介绍了。流程图如下图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072" y="1102485"/>
            <a:ext cx="6513801" cy="5214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860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530096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程序流程图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245" y="1001486"/>
            <a:ext cx="8563408" cy="5482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5549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“终端”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如果已经进入，略过此步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切换到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略过此步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Enter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Retype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password updated successfully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72" y="3053334"/>
            <a:ext cx="6721412" cy="30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6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40" y="3578240"/>
            <a:ext cx="57435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main.cpp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vim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67" y="3711130"/>
            <a:ext cx="61912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exp401.pro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/#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/exp401/  ./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  exp3021  exp401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exp303   exp402  expt101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exp402 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exp401/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exp401               moc_analogclock.cpp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    exp401.pro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main.cpp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./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exp401 -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70.721000]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70.729000] &lt;&lt;-GTP-INFO-&gt;&gt; GTP wakeup sleep.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92" y="958294"/>
            <a:ext cx="4774603" cy="29587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40" y="3399169"/>
            <a:ext cx="32289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类变量以及实例化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clock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创建时钟对象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clock.show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显示时钟小部件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//app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模板为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包含路径为当前路径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QT+=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widgets   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analogclock.cpp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定时器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connect(timer, SIGNAL(timeout()), this, SLOT(update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信号与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建立关联，定时到时，生成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(“Analog Clock”));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、、设置窗口标题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resize(200, 200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24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-40)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-70)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(127, 0, 127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(0, 127, 127, 191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58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side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(width(), height());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time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currentTime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获取当前系统事件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painter(this);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painter.setRenderHint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::Antialiasing);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painter.translate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 / 2, height() / 2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平移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painter.scale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(side / 200.0, side / 200.0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缩放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设置画笔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 * ((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time.hour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旋转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     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绘制凸多边形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12;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(88, 0, 96, 0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98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 *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绘制刻度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j = 0; j &lt; 60; ++j)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((j % 5) != 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(92, 0, 96,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219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4.analogclock.h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ANALOGCLOCK_H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ANALOGCLOCK_H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protected: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2441</Words>
  <Application>Microsoft Office PowerPoint</Application>
  <PresentationFormat>宽屏</PresentationFormat>
  <Paragraphs>393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255</cp:revision>
  <dcterms:created xsi:type="dcterms:W3CDTF">2023-12-05T00:02:22Z</dcterms:created>
  <dcterms:modified xsi:type="dcterms:W3CDTF">2023-12-20T02:16:12Z</dcterms:modified>
</cp:coreProperties>
</file>