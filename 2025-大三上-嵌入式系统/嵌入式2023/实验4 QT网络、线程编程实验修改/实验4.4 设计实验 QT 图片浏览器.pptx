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49150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实现浏览指定目录下的图片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图片默认路径当前路径。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浏览器界面包含图片显示区、前一幅按钮、下一幅按钮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学习掌握图像显示方法和编程技巧。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掌握综合利用图像技术编写图片浏览器的方法。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165</Words>
  <Application>Microsoft Office PowerPoint</Application>
  <PresentationFormat>宽屏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316</cp:revision>
  <dcterms:created xsi:type="dcterms:W3CDTF">2023-12-05T00:02:22Z</dcterms:created>
  <dcterms:modified xsi:type="dcterms:W3CDTF">2023-12-20T12:21:02Z</dcterms:modified>
</cp:coreProperties>
</file>