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03" r:id="rId8"/>
    <p:sldId id="262" r:id="rId9"/>
    <p:sldId id="301" r:id="rId10"/>
    <p:sldId id="304" r:id="rId11"/>
    <p:sldId id="295" r:id="rId12"/>
    <p:sldId id="273" r:id="rId13"/>
    <p:sldId id="281" r:id="rId14"/>
    <p:sldId id="299" r:id="rId15"/>
    <p:sldId id="284" r:id="rId16"/>
    <p:sldId id="285" r:id="rId17"/>
    <p:sldId id="286" r:id="rId18"/>
    <p:sldId id="287" r:id="rId19"/>
    <p:sldId id="288" r:id="rId20"/>
    <p:sldId id="267" r:id="rId21"/>
    <p:sldId id="305" r:id="rId22"/>
    <p:sldId id="306" r:id="rId23"/>
    <p:sldId id="307" r:id="rId24"/>
    <p:sldId id="308" r:id="rId25"/>
    <p:sldId id="309" r:id="rId26"/>
    <p:sldId id="310" r:id="rId27"/>
    <p:sldId id="30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程序，实现界面布局功能，界面如图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界面布局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要求使用嵌套布局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水平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布局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、网格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布局以及菜单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功能等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74" y="1098044"/>
            <a:ext cx="4401164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界面技术。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菜单技术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学会垂直布局、水平布局、网格布局、帧布局的编程方法和调试技巧。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学会菜单编程方法和调试技巧。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显示一个窗口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内嵌水平排列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的按钮；垂直排列的编辑框、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文本框以及按钮对话框、菜单等。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界面是一个嵌套布局：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层包含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个组件，垂直方向摆放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("Horizontal layout"));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("Grid layout"));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("Form 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|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::Cancel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垂直线性布局对象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向垂直布局对象增加组框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增加文本编辑框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配置为垂直线性布局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33" y="958294"/>
            <a:ext cx="5831967" cy="57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0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菜单栏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动作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菜单栏实例化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(“&amp;File”), this);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菜单初始化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E&amp;xit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”)); 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下增加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子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”Exit”    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向菜单栏增加菜单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向垂直布局控件增加菜单栏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33" y="958294"/>
            <a:ext cx="5831967" cy="57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内嵌水平布局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控件按水平方向排列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控件组框：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创建组框对象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(tr("Horizontal layout"));</a:t>
            </a: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(tr(“Horizontal layout”));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创建组框对象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;                       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创建水平布局对象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buttons1=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(tr(“Button 1”));      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创建按钮对象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buttons2=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2"));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buttons3=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3"));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buttons4=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4"));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水平摆放按钮组件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layout-&gt;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(buttons1);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(buttons2);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(buttons3);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(buttons4);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(layout);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设置组框为水平布局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个按钮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612" y="1119710"/>
            <a:ext cx="424874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内嵌网格布局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界面划分网格，将控件按照网格位置摆置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label0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1:").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lineEdit0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(label0, 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0);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label1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(1));	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lineEdit1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(label0,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0);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(lineEdit0,2,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label2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(1));	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lineEdit2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(label0,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0);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(lineEdit0,3,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2677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77" y="1077367"/>
            <a:ext cx="4258269" cy="14480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0804" y="3027038"/>
            <a:ext cx="6224781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 err="1"/>
              <a:t>smallEditor</a:t>
            </a:r>
            <a:r>
              <a:rPr lang="en-US" altLang="zh-CN" dirty="0"/>
              <a:t> = new </a:t>
            </a:r>
            <a:r>
              <a:rPr lang="en-US" altLang="zh-CN" dirty="0" err="1"/>
              <a:t>QTextEdit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 </a:t>
            </a:r>
            <a:r>
              <a:rPr lang="en-US" altLang="zh-CN" dirty="0" err="1"/>
              <a:t>smallEditor</a:t>
            </a:r>
            <a:r>
              <a:rPr lang="en-US" altLang="zh-CN" dirty="0"/>
              <a:t>-&gt;</a:t>
            </a:r>
            <a:r>
              <a:rPr lang="en-US" altLang="zh-CN" dirty="0" err="1"/>
              <a:t>setPlainText</a:t>
            </a:r>
            <a:r>
              <a:rPr lang="en-US" altLang="zh-CN" dirty="0"/>
              <a:t>(</a:t>
            </a:r>
            <a:r>
              <a:rPr lang="en-US" altLang="zh-CN" dirty="0" err="1"/>
              <a:t>tr</a:t>
            </a:r>
            <a:r>
              <a:rPr lang="en-US" altLang="zh-CN" dirty="0"/>
              <a:t>("This widget takes up about </a:t>
            </a:r>
            <a:r>
              <a:rPr lang="en-US" altLang="zh-CN" dirty="0" smtClean="0"/>
              <a:t>“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“two </a:t>
            </a:r>
            <a:r>
              <a:rPr lang="en-US" altLang="zh-CN" dirty="0"/>
              <a:t>thirds of the </a:t>
            </a:r>
            <a:r>
              <a:rPr lang="en-US" altLang="zh-CN" dirty="0" smtClean="0"/>
              <a:t>grid </a:t>
            </a:r>
            <a:r>
              <a:rPr lang="en-US" altLang="zh-CN" dirty="0"/>
              <a:t>layout</a:t>
            </a:r>
            <a:r>
              <a:rPr lang="en-US" altLang="zh-CN" dirty="0" smtClean="0"/>
              <a:t>."));</a:t>
            </a:r>
          </a:p>
          <a:p>
            <a:r>
              <a:rPr lang="en-US" altLang="zh-CN" dirty="0" smtClean="0"/>
              <a:t> </a:t>
            </a:r>
            <a:r>
              <a:rPr lang="en-US" altLang="zh-CN" dirty="0"/>
              <a:t>layout-&gt;</a:t>
            </a:r>
            <a:r>
              <a:rPr lang="en-US" altLang="zh-CN" dirty="0" err="1"/>
              <a:t>addWidget</a:t>
            </a:r>
            <a:r>
              <a:rPr lang="en-US" altLang="zh-CN" dirty="0"/>
              <a:t>(</a:t>
            </a:r>
            <a:r>
              <a:rPr lang="en-US" altLang="zh-CN" dirty="0" err="1"/>
              <a:t>smallEditor</a:t>
            </a:r>
            <a:r>
              <a:rPr lang="en-US" altLang="zh-CN" dirty="0"/>
              <a:t>, 0, 2, 4, 1);   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layout-</a:t>
            </a:r>
            <a:r>
              <a:rPr lang="en-US" altLang="zh-CN" dirty="0"/>
              <a:t>&gt;</a:t>
            </a:r>
            <a:r>
              <a:rPr lang="en-US" altLang="zh-CN" dirty="0" err="1"/>
              <a:t>setColumnStretch</a:t>
            </a:r>
            <a:r>
              <a:rPr lang="en-US" altLang="zh-CN" dirty="0"/>
              <a:t>(1, 10);   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/>
              <a:t>layout-&gt;</a:t>
            </a:r>
            <a:r>
              <a:rPr lang="en-US" altLang="zh-CN" dirty="0" err="1"/>
              <a:t>setColumnStretch</a:t>
            </a:r>
            <a:r>
              <a:rPr lang="en-US" altLang="zh-CN" dirty="0"/>
              <a:t>(2, 20);   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/>
              <a:t>gridGroupBox</a:t>
            </a:r>
            <a:r>
              <a:rPr lang="en-US" altLang="zh-CN" dirty="0"/>
              <a:t>-&gt;</a:t>
            </a:r>
            <a:r>
              <a:rPr lang="en-US" altLang="zh-CN" dirty="0" err="1"/>
              <a:t>setLayout</a:t>
            </a:r>
            <a:r>
              <a:rPr lang="en-US" altLang="zh-CN" dirty="0"/>
              <a:t>(layout);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0062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内嵌网格布局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*layout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   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增加一行，包括标签、文本框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2, long text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QComboBox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增加一行，包括标签、下拉列表框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QSpinBox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2677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369" y="3567628"/>
            <a:ext cx="5073287" cy="202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8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339" y="2226129"/>
            <a:ext cx="69151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dialog.cpp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exp302.pro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并修改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exp302.pro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exp302.pro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0" y="4448175"/>
            <a:ext cx="60007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moc_dialog.cpp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moc_dialog.o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..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exp302/ 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cd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86" y="3363005"/>
            <a:ext cx="8456159" cy="20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]# cd exp302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;s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syntax error: unexpected ";"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ls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 main.cpp moc_dialog.cpp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dialog.cpp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exp302.pro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moc_dialog.o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./exp302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   30.611000] &lt;&lt;-GTP-INFO-&gt;&gt; System resume.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   30.618000]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635" y="1675564"/>
            <a:ext cx="5066666" cy="37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Dialog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2.dialog.h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DIALOG_H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DIALOG_H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public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Dialog();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539339" y="1023255"/>
            <a:ext cx="4440639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private: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createMenu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createHorizontalGroupBox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createGridGroupBox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createFormGroupBox</a:t>
            </a:r>
            <a:r>
              <a:rPr lang="en-US" altLang="zh-CN" sz="1600" dirty="0"/>
              <a:t>();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enum</a:t>
            </a:r>
            <a:r>
              <a:rPr lang="en-US" altLang="zh-CN" sz="1600" dirty="0"/>
              <a:t> { 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 = 3, </a:t>
            </a:r>
            <a:r>
              <a:rPr lang="en-US" altLang="zh-CN" sz="1600" dirty="0" err="1"/>
              <a:t>NumButtons</a:t>
            </a:r>
            <a:r>
              <a:rPr lang="en-US" altLang="zh-CN" sz="1600" dirty="0"/>
              <a:t> = 4 };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QMenuBar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menuBar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horizontalGroupBox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gridGroupBox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formGroupBox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QTextEdit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smallEditor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QTextEdit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bigEditor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QLabel</a:t>
            </a:r>
            <a:r>
              <a:rPr lang="en-US" altLang="zh-CN" sz="1600" dirty="0"/>
              <a:t> *labels[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QLineEdit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lineEdits</a:t>
            </a:r>
            <a:r>
              <a:rPr lang="en-US" altLang="zh-CN" sz="1600" dirty="0"/>
              <a:t>[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QPushButton</a:t>
            </a:r>
            <a:r>
              <a:rPr lang="en-US" altLang="zh-CN" sz="1600" dirty="0"/>
              <a:t> *buttons[</a:t>
            </a:r>
            <a:r>
              <a:rPr lang="en-US" altLang="zh-CN" sz="1600" dirty="0" err="1"/>
              <a:t>NumButtons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QDialogButtonBox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buttonBox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QMenu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fileMenu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QAction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exitAction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};</a:t>
            </a:r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0905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3.dialog.cpp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::Dialog()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setPlainText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("This widget takes up all the remaining space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"in the top-level layout."));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::Ok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|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::Cancel);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SIGNAL(accepted()), this, SLOT(accept()));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SIGNAL(rejected()), this, SLOT(reject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3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("Basic Layouts"));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("&amp;File"),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E&amp;xit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SLOT(accept()));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5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("Horizontal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NumButtons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buttons[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("Button %1").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(buttons[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9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("Grid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NumGridRows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labels[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%1:").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lineEdits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lineEdits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setPlainText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("This widget takes up about two thirds of the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"grid layout."));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0, 2, 4, 1);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setColumnStretch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(1, 10);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setColumnStretch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(2, 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4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("Form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1:")),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2, long text:")),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QComboBox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3:")),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QSpinBox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869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4.exp302.pro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dialog.cpp main.cpp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1944</Words>
  <Application>Microsoft Office PowerPoint</Application>
  <PresentationFormat>宽屏</PresentationFormat>
  <Paragraphs>336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213</cp:revision>
  <dcterms:created xsi:type="dcterms:W3CDTF">2023-12-05T00:02:22Z</dcterms:created>
  <dcterms:modified xsi:type="dcterms:W3CDTF">2023-12-14T03:54:21Z</dcterms:modified>
</cp:coreProperties>
</file>