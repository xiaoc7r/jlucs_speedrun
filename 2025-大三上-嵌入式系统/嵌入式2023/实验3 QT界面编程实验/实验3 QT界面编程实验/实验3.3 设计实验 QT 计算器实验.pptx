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11" r:id="rId8"/>
    <p:sldId id="312" r:id="rId9"/>
    <p:sldId id="313" r:id="rId10"/>
    <p:sldId id="314" r:id="rId11"/>
    <p:sldId id="295" r:id="rId12"/>
    <p:sldId id="273" r:id="rId13"/>
    <p:sldId id="281" r:id="rId14"/>
    <p:sldId id="299" r:id="rId15"/>
    <p:sldId id="284" r:id="rId16"/>
    <p:sldId id="285" r:id="rId17"/>
    <p:sldId id="286" r:id="rId18"/>
    <p:sldId id="287" r:id="rId19"/>
    <p:sldId id="288" r:id="rId20"/>
    <p:sldId id="267" r:id="rId21"/>
    <p:sldId id="305" r:id="rId22"/>
    <p:sldId id="306" r:id="rId23"/>
    <p:sldId id="307" r:id="rId24"/>
    <p:sldId id="315" r:id="rId25"/>
    <p:sldId id="316" r:id="rId26"/>
    <p:sldId id="308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，完成计算器功能，计算器界面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如图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计算器能够实现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运算操作顺序：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输入第一个数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单击运算符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输入第二个数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进行运算，并显示结果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3" y="958294"/>
            <a:ext cx="3187606" cy="28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学习了解信号、槽技术以及编程方法。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计算器小程序的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计算器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显示计算器操作主窗口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输入第一个数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单击运算符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输入第二个数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运算并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计算器界面控件：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用于录入第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个数据和显示运算结果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QPushButton,9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个数字按钮，用于录入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0…9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数字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QPushButton,4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个运算符按钮，用于输入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运算符；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QPushButton,1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个运算符按钮，用于输入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，执行算数运算。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网格布局控件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577" y="1086310"/>
            <a:ext cx="2401223" cy="23244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253" y="3538728"/>
            <a:ext cx="68675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0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在界面中布置控件：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(display, 0, 0, 1,4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摆放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格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(d0Button, 4, 0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(4,0)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位置摆放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QPushButton0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(d1Button, 3, 0);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(d2Button, 3,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(d3Button, 3, 2);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(d4Button, 2, 0);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(d5Button, 2,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(d6Button, 2, 2);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(d7Button, 1, 0);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(d8Button, 1,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(d9Button, 1, 2);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4,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4, 2);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4, 3);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3, 3);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2, 3);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1, 3);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设置界面为网格布局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577" y="1086310"/>
            <a:ext cx="2401223" cy="23244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717" y="3538728"/>
            <a:ext cx="68675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0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信号、槽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信号：对控件进行操作时，生成信号，相当于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中的消息，只是信号用函数表示，比如单击按钮时，生成单击信号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clicked().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相当与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的相应函数。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）信号与槽建立关联：一旦信号与槽建立关联，当操作控件时，生成信号，调用与其关联的槽函数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connect(d0Button,SIGNAL(clicked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(d0Clicked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将信号与槽建立关联。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第一个参数：控件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第二个参数：信号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第三个参数：控件对象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第四个参数：槽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本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例，当单击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D0Button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按钮时，生成单击信号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clicked(),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调用槽函数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d0Clienked()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52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connect(d0Button,SIGNAL(clicked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(d0Clicked()));    connect(d1Button,SIGNAL(clicked()),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(d1Clicked()));    connect(d2Button,SIGNAL(clicked()),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(d2Clicked()));    connect(d3Button,SIGNAL(clicked()),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(d3Clicked()));    connect(d4Button,SIGNAL(clicked()),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(d4Clicked()));    connect(d5Button,SIGNAL(clicked()),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(d5Clicked()));    connect(d6Button,SIGNAL(clicked()),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(d6Clicked()));    connect(d7Button,SIGNAL(clicked()),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(d7Clicked()));    connect(d8Button,SIGNAL(clicked()),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(d8Clicked()));    connect(d9Button,SIGNAL(clicked()),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(d9Clicked()));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66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数据录入与运算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数字变量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第二个数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录入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在数字按钮的槽函数中进行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=0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录入第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(“0”);  //”0”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单击按钮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=1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录入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0”);  //”0”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单击按钮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第一个数与第二个数录入切换，在运算符按钮的槽函数中进行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单击运算符按钮时，切换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if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按钮槽函数中进行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	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nFirst+nSecond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			  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display-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28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68" y="2129353"/>
            <a:ext cx="612457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button.cpp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calculator.cpp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/exp302# 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03" y="3490531"/>
            <a:ext cx="7730681" cy="219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button.cpp 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calculator.cpp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/exp303#/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opt/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/exp303#/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opt/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button.cpp  calculator.cpp  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exp303.pro  </a:t>
            </a:r>
            <a:r>
              <a:rPr lang="en-US" altLang="zh-CN" sz="16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exp303.pro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23" y="4500562"/>
            <a:ext cx="61436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button.cpp  calculator.cpp  exp303.pro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button.cpp  calculator.cpp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moc_button.o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exp303.pro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moc_calculator.cpp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    moc_button.cpp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moc_calculator.o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5.exp303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..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exp303/ 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cd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0" y="3499294"/>
            <a:ext cx="7996047" cy="245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exp302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exp401 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exp402   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exp303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exp303]# 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calculator.cpp      exp303.pro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moc_button.o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button.cpp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main.cpp            moc_calculator.cpp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moc_calculator.o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exp303              moc_button.cpp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exp303]# ./exp303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40.460000]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40.467000]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113" y="1243226"/>
            <a:ext cx="2401223" cy="23244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89136" y="391363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录入 </a:t>
            </a:r>
            <a:r>
              <a:rPr lang="en-US" altLang="zh-CN" dirty="0" smtClean="0"/>
              <a:t>2+3=?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   12+23=?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Calculator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2.button.h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BUTTON_H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BUTTON_H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Button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05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3.button.cpp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::Button(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::Expanding,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::Preferred);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(text);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palette();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newPalette.setColor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::Button, color);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size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size.rheight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+= 20;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size.rwidth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size.width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size.height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size;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38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4.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CALCULATOR_H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CALCULATOR_H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QT_BEGIN_NAMESPACE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QT_END_NAMESPACE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Button;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Calculator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Calculator(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5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private slots: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d0Clicked();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d1Clicked();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d2Clicked();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d3Clicked();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d4Clicked();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d5Clicked();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d6Clicked();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d7Clicked();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d8Clicked();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d9Clicked();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乘*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运算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小数点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91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private: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double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nFirst,nSecond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double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index;     //index=0 +     1 -   2 *   3 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//0:no  1:strFirst 2:strSecond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strFirst,strSecond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*display;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*d0Button,*d1Button,*d2Button,*d3Button;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*d4Button,*d5Button,*d6Button,*d7Button;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*d8Button,*d9Button;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1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calculator.cpp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math.h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Calculator::Calculator(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=0.0;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=0.0;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=0.0;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index=0;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9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display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setReadOnly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(false);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setAlignment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AlignRight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setMaxLength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//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setValidator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QIntValidator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(1,65536));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font = display-&gt;font();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font.setPointSize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font.pointSize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+ 8);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(font);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(150, 205, 205);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backspaceColor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(225, 185, 135);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memoryColor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(100, 155, 155);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(155, 175, 195);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003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d0Button=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d1Button=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("1"),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d2Button=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("2"),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d3Button=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("3"),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d4Button=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("4"),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d5Button=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("5"),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d6Button=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("6"),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d7Button=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("7"),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d8Button=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("8"),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d9Button=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("9"),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("+"),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("-"),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("*"),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("/"),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("="),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("."),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836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connect(d0Button,SIGNAL(clicked()),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(d0Clicked()));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connect(d1Button,SIGNAL(clicked()),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(d1Clicked()));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connect(d2Button,SIGNAL(clicked()),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(d2Clicked()));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connect(d3Button,SIGNAL(clicked()),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(d3Clicked()));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connect(d4Button,SIGNAL(clicked()),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(d4Clicked()));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connect(d5Button,SIGNAL(clicked()),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(d5Clicked()));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connect(d6Button,SIGNAL(clicked()),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(d6Clicked()));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connect(d7Button,SIGNAL(clicked()),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(d7Clicked()));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connect(d8Button,SIGNAL(clicked()),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(d8Clicked()));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connect(d9Button,SIGNAL(clicked()),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(d9Clicked()));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175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setSizeConstraint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SetFixedSize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(display, 0, 0, 1,4);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(d0Button, 4,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(d1Button, 3,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(d2Button, 3,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(d3Button, 3, 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(d4Button, 2,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(d5Button, 2,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(d6Button, 2, 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(d7Button, 1,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(d8Button, 1,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(d9Button, 1, 2);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4, 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2,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1, 3);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("Calculator"));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011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Button *Calculator::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*button = new Button(text, color);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476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//**************************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Calculator::d0Clicked()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=strSecond+"0";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()&lt;&lt;"0"&lt;&lt;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QMessageBox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::information(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("Input Digital"),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("Input 0"));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90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Calculator::d1Clicked()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("1");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=strSecond+"1";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1"&lt;&lt;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487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Calculator::d2Clicked()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("2");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=strSecond+"2";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2"&lt;&lt;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Calculator::d3Clicked()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("3");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=strSecond+"3";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3"&lt;&lt;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045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Calculator::d4Clicked()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("4");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=strSecond+"4";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4"&lt;&lt;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316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d5Clicked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(“5");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+“5";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752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d6Clicked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(“6");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+“6";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429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d7Clicked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(“7");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+“7";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116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d8Clicked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(“8");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+“8";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8"&lt;&lt;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033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d9Clicked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(“9");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+“9";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9"&lt;&lt;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566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index=1;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add"&lt;&lt;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乘*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index=3;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index=2;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sub"&lt;&lt;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index=4;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div"&lt;&lt;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949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运算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switch(index)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 case 1: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nFirst+nSecond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case 2: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nFirst-nSecond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break;			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case 3: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49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case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break;			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index=0;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="&lt;&lt;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小数点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point"&lt;&lt;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047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6.exp303.pro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exp303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greaterThan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(QT_MAJOR_VERSION,4):QT+=widgets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SOURCES += button.cpp calculator.cpp 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72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2609</Words>
  <Application>Microsoft Office PowerPoint</Application>
  <PresentationFormat>宽屏</PresentationFormat>
  <Paragraphs>708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269</cp:revision>
  <dcterms:created xsi:type="dcterms:W3CDTF">2023-12-05T00:02:22Z</dcterms:created>
  <dcterms:modified xsi:type="dcterms:W3CDTF">2023-12-14T03:57:16Z</dcterms:modified>
</cp:coreProperties>
</file>